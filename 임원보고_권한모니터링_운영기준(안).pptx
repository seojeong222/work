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권한 모니터링 가이드 제작을 위한 주요 운영기준(안)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보고 목적</a:t>
            </a:r>
          </a:p>
          <a:p>
            <a:pPr lvl="1">
              <a:defRPr sz="1600"/>
            </a:pPr>
            <a:r>
              <a:t>• 차주 모니터링 가이드 작성에 앞서 운영 기준이 되는 주요 사항에 대한 방향성을 확인받고자 함</a:t>
            </a:r>
          </a:p>
          <a:p>
            <a:pPr lvl="1">
              <a:defRPr sz="1600"/>
            </a:pPr>
            <a:r>
              <a:t>• 지난주 의견(권한 회수 담당부서)에 대해 운영 현황을 확인하여 운영기준(안)에 반영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0789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694944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운영기준(안)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확인 요청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프로세스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리스트 추출→검토요청→적정성 검토→기안→회수안내→미이행 처리→결과취합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현재 운영 프로세스 적정 여부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권한 회수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관리부서가 회수 안내, 미이행 시 경영정보시스템팀 시스템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현재 운영 방식 유지 여부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부서별 R&amp;R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내부회계/경영정보시스템/관리부서 역할 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역할 구분 적정 여부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가이드 작성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승인된 운영기준을 반영하여 차주 가이드 작성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작성 방향 확인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부서별 역할(R&amp;R) 및 보고 후 추진 계획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822960"/>
          <a:ext cx="65836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91840"/>
              </a:tblGrid>
              <a:tr h="579120">
                <a:tc>
                  <a:txBody>
                    <a:bodyPr/>
                    <a:lstStyle/>
                    <a:p>
                      <a:r>
                        <a:t>부서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주요 역할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내부회계관리팀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일정 관리, 검토 요청, 결과 취합 및 보고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경영정보시스템팀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권한자 리스트 추출, 시스템 처리 지원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관리부서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권한 적정성 검토, 유지/회수 판단, 기안 작성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관리부서 팀장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검토 결과 승인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권한 보유자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IAM 권한 회수 신청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98079" y="9144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보고 후 추진 계획</a:t>
            </a:r>
          </a:p>
          <a:p>
            <a:pPr>
              <a:defRPr sz="1600"/>
            </a:pPr>
            <a:r>
              <a:t>• ① 운영기준 확정</a:t>
            </a:r>
          </a:p>
          <a:p>
            <a:pPr>
              <a:defRPr sz="1600"/>
            </a:pPr>
            <a:r>
              <a:t>• ② 운영기준 반영</a:t>
            </a:r>
          </a:p>
          <a:p>
            <a:pPr>
              <a:defRPr sz="1600"/>
            </a:pPr>
            <a:r>
              <a:t>• ③ 관리부서 배포용 모니터링 가이드 작성</a:t>
            </a:r>
          </a:p>
          <a:p>
            <a:pPr>
              <a:defRPr sz="1600"/>
            </a:pPr>
            <a:r>
              <a:t>• ④ 표준양식 및 체크리스트 정비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