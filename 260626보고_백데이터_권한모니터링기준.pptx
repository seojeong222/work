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39" r:id="rId4"/>
    <p:sldMasterId id="2147483790" r:id="rId5"/>
    <p:sldMasterId id="2147483750" r:id="rId6"/>
    <p:sldMasterId id="2147483704" r:id="rId7"/>
    <p:sldMasterId id="2147483762" r:id="rId8"/>
    <p:sldMasterId id="2147483747" r:id="rId9"/>
  </p:sldMasterIdLst>
  <p:notesMasterIdLst>
    <p:notesMasterId r:id="rId11"/>
  </p:notesMasterIdLst>
  <p:handoutMasterIdLst>
    <p:handoutMasterId r:id="rId12"/>
  </p:handoutMasterIdLst>
  <p:sldIdLst>
    <p:sldId id="1188" r:id="rId10"/>
  </p:sldIdLst>
  <p:sldSz cx="12192000" cy="6858000"/>
  <p:notesSz cx="6735763" cy="9866313"/>
  <p:embeddedFontLst>
    <p:embeddedFont>
      <p:font typeface="Pretendard" panose="020B0600000101010101" charset="-127"/>
      <p:regular r:id="rId13"/>
      <p:bold r:id="rId14"/>
    </p:embeddedFont>
    <p:embeddedFont>
      <p:font typeface="Noto Sans KR" panose="020B0200000000000000" pitchFamily="50" charset="-127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018C009-41A9-4957-90CF-C0D048AE7125}">
          <p14:sldIdLst>
            <p14:sldId id="1188"/>
          </p14:sldIdLst>
        </p14:section>
        <p14:section name="1. 사용 가이드" id="{67B2555D-B0A4-4724-84F9-9BCCC8804B42}">
          <p14:sldIdLst/>
        </p14:section>
        <p14:section name="2-1) 상단 타이틀" id="{F1026775-BEBF-4132-BF65-51B6852E1FF6}">
          <p14:sldIdLst/>
        </p14:section>
        <p14:section name="2-2) 커버, 간지, 목차" id="{AB5D733E-5BDE-445D-B571-54D45FC13F2F}">
          <p14:sldIdLst/>
        </p14:section>
        <p14:section name="2-3) 회사소개" id="{8AEB1A4A-10AC-4C65-920D-B44EB2077CA9}">
          <p14:sldIdLst/>
        </p14:section>
        <p14:section name="3-1) 서술형" id="{DAEA057A-35C7-45B3-92FD-6DFCFCFF738E}">
          <p14:sldIdLst/>
        </p14:section>
        <p14:section name="3-2) 그래프·차트형" id="{C617306F-4D9C-49D1-A03C-84518D455EC6}">
          <p14:sldIdLst/>
        </p14:section>
        <p14:section name="3-3) 비전형" id="{1DC649CF-F13C-471E-ABD8-FEED7D88599E}">
          <p14:sldIdLst/>
        </p14:section>
        <p14:section name="3-4) 비교형(VS, as-is/to-be)" id="{599691BA-A718-4FEA-8CB6-C8AB98BCB425}">
          <p14:sldIdLst/>
        </p14:section>
        <p14:section name="3-5) 기능설명(아이콘 목록형)" id="{1EABAB78-C88D-4FD6-8F61-4C593945C4C1}">
          <p14:sldIdLst/>
        </p14:section>
        <p14:section name="3-6) 기능설명(다이어그램)" id="{69BACA09-B576-457C-9AF7-B6C5910FB86F}">
          <p14:sldIdLst/>
        </p14:section>
        <p14:section name="3-7) 기능설명(넘버링+서술형)" id="{0C396608-FB7C-4C01-A831-A5038868BC17}">
          <p14:sldIdLst/>
        </p14:section>
        <p14:section name="3-8) 기능설명(톱니바퀴형)" id="{08822C24-85D5-4BB0-9B0F-186FFEF1016F}">
          <p14:sldIdLst/>
        </p14:section>
        <p14:section name="3-9) 기능설명(모바일 소개)" id="{D0CAF42B-4234-437F-9934-09A0802304A3}">
          <p14:sldIdLst/>
        </p14:section>
        <p14:section name="3-10) 기능설명(웹 소개)" id="{0D1EFD29-C055-493A-9EDD-2F153EED9EEB}">
          <p14:sldIdLst/>
        </p14:section>
        <p14:section name="3-11) 프로세스형" id="{19D6B667-1464-4C0B-97E0-286F8F2D8FE0}">
          <p14:sldIdLst/>
        </p14:section>
        <p14:section name="3-12) 기대효과(상승형)" id="{F1E27AD9-ED34-4CA2-AB00-58560CB1027E}">
          <p14:sldIdLst/>
        </p14:section>
        <p14:section name="3-13) 레퍼런스(서술형)" id="{89A1FE6E-776E-4C17-8029-6B17421276B9}">
          <p14:sldIdLst/>
        </p14:section>
        <p14:section name="3-14) 레퍼런스(리스트형)" id="{A213CDBA-B5EC-4AD2-AA6D-6A1B041B560A}">
          <p14:sldIdLst/>
        </p14:section>
        <p14:section name="3-15) 타임라인" id="{ED8DAD9C-153D-4D62-BFFD-5F1A2E9A9D21}">
          <p14:sldIdLst/>
        </p14:section>
        <p14:section name="3-16) 스케줄" id="{BE797B7C-9F5B-4DD3-B85B-886EA9485FBD}">
          <p14:sldIdLst/>
        </p14:section>
        <p14:section name="3-17) 가격플랜" id="{79ECBB34-3A53-4485-9657-4E8174E9DCCC}">
          <p14:sldIdLst/>
        </p14:section>
        <p14:section name="3-18) 조직도(기본형)" id="{B85873FC-2D2A-4809-932B-A6F952480DC1}">
          <p14:sldIdLst/>
        </p14:section>
        <p14:section name="3-19) 테이블" id="{06B4C510-6113-48F7-9F29-DF3F33A4AFDE}">
          <p14:sldIdLst/>
        </p14:section>
        <p14:section name="3-20) 전략형" id="{641DC630-5CED-4ED1-8F97-01AABCE0F50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3432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287" userDrawn="1">
          <p15:clr>
            <a:srgbClr val="A4A3A4"/>
          </p15:clr>
        </p15:guide>
        <p15:guide id="6" pos="5836" userDrawn="1">
          <p15:clr>
            <a:srgbClr val="A4A3A4"/>
          </p15:clr>
        </p15:guide>
        <p15:guide id="7" pos="6335" userDrawn="1">
          <p15:clr>
            <a:srgbClr val="A4A3A4"/>
          </p15:clr>
        </p15:guide>
        <p15:guide id="8" pos="2842" userDrawn="1">
          <p15:clr>
            <a:srgbClr val="A4A3A4"/>
          </p15:clr>
        </p15:guide>
        <p15:guide id="9" pos="1345" userDrawn="1">
          <p15:clr>
            <a:srgbClr val="A4A3A4"/>
          </p15:clr>
        </p15:guide>
        <p15:guide id="10" pos="1799" userDrawn="1">
          <p15:clr>
            <a:srgbClr val="A4A3A4"/>
          </p15:clr>
        </p15:guide>
        <p15:guide id="11" orient="horz" pos="391" userDrawn="1">
          <p15:clr>
            <a:srgbClr val="A4A3A4"/>
          </p15:clr>
        </p15:guide>
        <p15:guide id="12" orient="horz" pos="2069" userDrawn="1">
          <p15:clr>
            <a:srgbClr val="A4A3A4"/>
          </p15:clr>
        </p15:guide>
        <p15:guide id="13" orient="horz" pos="858" userDrawn="1">
          <p15:clr>
            <a:srgbClr val="A4A3A4"/>
          </p15:clr>
        </p15:guide>
        <p15:guide id="14" pos="4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13B521-29EC-9B9C-7388-2773AEA14DA9}" name="최희경(브랜딩·마케팅) - 홍보" initials="희최" userId="S::hkchoi@shinsegae.com::2987493f-c4db-4f27-b258-1bcecffef93c" providerId="AD"/>
  <p188:author id="{07828847-38BD-8816-3804-24984D1CA511}" name="박명희(언론PR) - 홍보" initials="명박" userId="S::minnie.park@shinsegae.com::040a30c1-d178-4316-8aa2-26c9f2f210b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EEEEEE"/>
    <a:srgbClr val="0953AC"/>
    <a:srgbClr val="A6A6A6"/>
    <a:srgbClr val="0073FD"/>
    <a:srgbClr val="263E59"/>
    <a:srgbClr val="121D2A"/>
    <a:srgbClr val="002A5B"/>
    <a:srgbClr val="F9BB00"/>
    <a:srgbClr val="0941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C2393-4E07-40F9-BB8B-ADE9061BC9F1}" v="16" dt="2026-06-25T11:56:13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4020"/>
        <p:guide pos="3432"/>
        <p:guide pos="393"/>
        <p:guide pos="7287"/>
        <p:guide pos="5836"/>
        <p:guide pos="6335"/>
        <p:guide pos="2842"/>
        <p:guide pos="1345"/>
        <p:guide pos="1799"/>
        <p:guide orient="horz" pos="391"/>
        <p:guide orient="horz" pos="2069"/>
        <p:guide orient="horz" pos="858"/>
        <p:guide pos="406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23" Type="http://schemas.microsoft.com/office/2018/10/relationships/authors" Target="authors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서정(내부회계관리ㆍ 업무점검) - 내부회계관리" userId="e5b8325b-dfa1-4113-9083-c4c5fcaed890" providerId="ADAL" clId="{1A8AAFB3-55FD-43B5-A7D7-8099F1490A0B}"/>
    <pc:docChg chg="undo custSel delSld modSld sldOrd modMainMaster modSection">
      <pc:chgData name="이서정(내부회계관리ㆍ 업무점검) - 내부회계관리" userId="e5b8325b-dfa1-4113-9083-c4c5fcaed890" providerId="ADAL" clId="{1A8AAFB3-55FD-43B5-A7D7-8099F1490A0B}" dt="2026-06-26T00:15:18.332" v="1976" actId="1036"/>
      <pc:docMkLst>
        <pc:docMk/>
      </pc:docMkLst>
      <pc:sldChg chg="modSp del mod">
        <pc:chgData name="이서정(내부회계관리ㆍ 업무점검) - 내부회계관리" userId="e5b8325b-dfa1-4113-9083-c4c5fcaed890" providerId="ADAL" clId="{1A8AAFB3-55FD-43B5-A7D7-8099F1490A0B}" dt="2026-06-25T11:56:59.746" v="1403" actId="47"/>
        <pc:sldMkLst>
          <pc:docMk/>
          <pc:sldMk cId="4102564181" sldId="1011"/>
        </pc:sldMkLst>
      </pc:sldChg>
      <pc:sldChg chg="modSp del mod">
        <pc:chgData name="이서정(내부회계관리ㆍ 업무점검) - 내부회계관리" userId="e5b8325b-dfa1-4113-9083-c4c5fcaed890" providerId="ADAL" clId="{1A8AAFB3-55FD-43B5-A7D7-8099F1490A0B}" dt="2026-06-25T11:57:01.169" v="1405" actId="47"/>
        <pc:sldMkLst>
          <pc:docMk/>
          <pc:sldMk cId="1162360083" sldId="1182"/>
        </pc:sldMkLst>
      </pc:sldChg>
      <pc:sldChg chg="addSp modSp del mod ord">
        <pc:chgData name="이서정(내부회계관리ㆍ 업무점검) - 내부회계관리" userId="e5b8325b-dfa1-4113-9083-c4c5fcaed890" providerId="ADAL" clId="{1A8AAFB3-55FD-43B5-A7D7-8099F1490A0B}" dt="2026-06-25T11:57:02.448" v="1406" actId="47"/>
        <pc:sldMkLst>
          <pc:docMk/>
          <pc:sldMk cId="1243139420" sldId="1184"/>
        </pc:sldMkLst>
      </pc:sldChg>
      <pc:sldChg chg="del">
        <pc:chgData name="이서정(내부회계관리ㆍ 업무점검) - 내부회계관리" userId="e5b8325b-dfa1-4113-9083-c4c5fcaed890" providerId="ADAL" clId="{1A8AAFB3-55FD-43B5-A7D7-8099F1490A0B}" dt="2026-06-25T11:57:00.650" v="1404" actId="47"/>
        <pc:sldMkLst>
          <pc:docMk/>
          <pc:sldMk cId="3405792868" sldId="1187"/>
        </pc:sldMkLst>
      </pc:sldChg>
      <pc:sldChg chg="addSp delSp modSp mod ord">
        <pc:chgData name="이서정(내부회계관리ㆍ 업무점검) - 내부회계관리" userId="e5b8325b-dfa1-4113-9083-c4c5fcaed890" providerId="ADAL" clId="{1A8AAFB3-55FD-43B5-A7D7-8099F1490A0B}" dt="2026-06-26T00:15:18.332" v="1976" actId="1036"/>
        <pc:sldMkLst>
          <pc:docMk/>
          <pc:sldMk cId="2201118487" sldId="1188"/>
        </pc:sldMkLst>
        <pc:spChg chg="add mod">
          <ac:chgData name="이서정(내부회계관리ㆍ 업무점검) - 내부회계관리" userId="e5b8325b-dfa1-4113-9083-c4c5fcaed890" providerId="ADAL" clId="{1A8AAFB3-55FD-43B5-A7D7-8099F1490A0B}" dt="2026-06-26T00:15:15.487" v="1973" actId="1036"/>
          <ac:spMkLst>
            <pc:docMk/>
            <pc:sldMk cId="2201118487" sldId="1188"/>
            <ac:spMk id="3" creationId="{10EEF105-63AE-BC8C-C315-02D40794E285}"/>
          </ac:spMkLst>
        </pc:spChg>
        <pc:spChg chg="add del mod">
          <ac:chgData name="이서정(내부회계관리ㆍ 업무점검) - 내부회계관리" userId="e5b8325b-dfa1-4113-9083-c4c5fcaed890" providerId="ADAL" clId="{1A8AAFB3-55FD-43B5-A7D7-8099F1490A0B}" dt="2026-06-25T12:07:33.905" v="1826" actId="20577"/>
          <ac:spMkLst>
            <pc:docMk/>
            <pc:sldMk cId="2201118487" sldId="1188"/>
            <ac:spMk id="5" creationId="{9304ED54-A4A2-3B75-E052-0BE7C0410E58}"/>
          </ac:spMkLst>
        </pc:spChg>
        <pc:spChg chg="del mod">
          <ac:chgData name="이서정(내부회계관리ㆍ 업무점검) - 내부회계관리" userId="e5b8325b-dfa1-4113-9083-c4c5fcaed890" providerId="ADAL" clId="{1A8AAFB3-55FD-43B5-A7D7-8099F1490A0B}" dt="2026-06-25T11:52:16.327" v="1253" actId="478"/>
          <ac:spMkLst>
            <pc:docMk/>
            <pc:sldMk cId="2201118487" sldId="1188"/>
            <ac:spMk id="6" creationId="{488C0F68-CC2C-D64D-790D-78322B8B39A2}"/>
          </ac:spMkLst>
        </pc:spChg>
        <pc:spChg chg="add del mod">
          <ac:chgData name="이서정(내부회계관리ㆍ 업무점검) - 내부회계관리" userId="e5b8325b-dfa1-4113-9083-c4c5fcaed890" providerId="ADAL" clId="{1A8AAFB3-55FD-43B5-A7D7-8099F1490A0B}" dt="2026-06-25T11:46:23.830" v="1055" actId="478"/>
          <ac:spMkLst>
            <pc:docMk/>
            <pc:sldMk cId="2201118487" sldId="1188"/>
            <ac:spMk id="15" creationId="{0C448E35-3770-2540-6176-76CF74287B2D}"/>
          </ac:spMkLst>
        </pc:spChg>
        <pc:spChg chg="add del mod">
          <ac:chgData name="이서정(내부회계관리ㆍ 업무점검) - 내부회계관리" userId="e5b8325b-dfa1-4113-9083-c4c5fcaed890" providerId="ADAL" clId="{1A8AAFB3-55FD-43B5-A7D7-8099F1490A0B}" dt="2026-06-25T11:46:22.213" v="1054" actId="478"/>
          <ac:spMkLst>
            <pc:docMk/>
            <pc:sldMk cId="2201118487" sldId="1188"/>
            <ac:spMk id="16" creationId="{E4052A3D-6B42-73E2-C02E-2EEB482688A6}"/>
          </ac:spMkLst>
        </pc:spChg>
        <pc:spChg chg="mod">
          <ac:chgData name="이서정(내부회계관리ㆍ 업무점검) - 내부회계관리" userId="e5b8325b-dfa1-4113-9083-c4c5fcaed890" providerId="ADAL" clId="{1A8AAFB3-55FD-43B5-A7D7-8099F1490A0B}" dt="2026-06-25T12:06:10.061" v="1722" actId="1036"/>
          <ac:spMkLst>
            <pc:docMk/>
            <pc:sldMk cId="2201118487" sldId="1188"/>
            <ac:spMk id="35" creationId="{0255C54E-4952-C9FD-E593-1A1C8ED89319}"/>
          </ac:spMkLst>
        </pc:spChg>
        <pc:graphicFrameChg chg="add del mod modGraphic">
          <ac:chgData name="이서정(내부회계관리ㆍ 업무점검) - 내부회계관리" userId="e5b8325b-dfa1-4113-9083-c4c5fcaed890" providerId="ADAL" clId="{1A8AAFB3-55FD-43B5-A7D7-8099F1490A0B}" dt="2026-06-25T11:56:52.277" v="1398" actId="478"/>
          <ac:graphicFrameMkLst>
            <pc:docMk/>
            <pc:sldMk cId="2201118487" sldId="1188"/>
            <ac:graphicFrameMk id="2" creationId="{B08D386B-BDB8-7E05-DF77-2BB17F6DA4C8}"/>
          </ac:graphicFrameMkLst>
        </pc:graphicFrameChg>
        <pc:graphicFrameChg chg="mod modGraphic">
          <ac:chgData name="이서정(내부회계관리ㆍ 업무점검) - 내부회계관리" userId="e5b8325b-dfa1-4113-9083-c4c5fcaed890" providerId="ADAL" clId="{1A8AAFB3-55FD-43B5-A7D7-8099F1490A0B}" dt="2026-06-26T00:15:18.332" v="1976" actId="1036"/>
          <ac:graphicFrameMkLst>
            <pc:docMk/>
            <pc:sldMk cId="2201118487" sldId="1188"/>
            <ac:graphicFrameMk id="4" creationId="{DFCACD3A-0D2B-6866-1BC9-BEEADB22676C}"/>
          </ac:graphicFrameMkLst>
        </pc:graphicFrameChg>
        <pc:graphicFrameChg chg="add mod modGraphic">
          <ac:chgData name="이서정(내부회계관리ㆍ 업무점검) - 내부회계관리" userId="e5b8325b-dfa1-4113-9083-c4c5fcaed890" providerId="ADAL" clId="{1A8AAFB3-55FD-43B5-A7D7-8099F1490A0B}" dt="2026-06-26T00:15:11.334" v="1966" actId="1036"/>
          <ac:graphicFrameMkLst>
            <pc:docMk/>
            <pc:sldMk cId="2201118487" sldId="1188"/>
            <ac:graphicFrameMk id="7" creationId="{BA9E9C0E-F5AE-E50E-28F2-DE84F0933550}"/>
          </ac:graphicFrameMkLst>
        </pc:graphicFrameChg>
      </pc:sldChg>
      <pc:sldMasterChg chg="delSp modSp mod">
        <pc:chgData name="이서정(내부회계관리ㆍ 업무점검) - 내부회계관리" userId="e5b8325b-dfa1-4113-9083-c4c5fcaed890" providerId="ADAL" clId="{1A8AAFB3-55FD-43B5-A7D7-8099F1490A0B}" dt="2026-06-26T00:14:23.834" v="1949" actId="1076"/>
        <pc:sldMasterMkLst>
          <pc:docMk/>
          <pc:sldMasterMk cId="2200747747" sldId="2147483704"/>
        </pc:sldMasterMkLst>
        <pc:spChg chg="del">
          <ac:chgData name="이서정(내부회계관리ㆍ 업무점검) - 내부회계관리" userId="e5b8325b-dfa1-4113-9083-c4c5fcaed890" providerId="ADAL" clId="{1A8AAFB3-55FD-43B5-A7D7-8099F1490A0B}" dt="2026-06-26T00:14:10.478" v="1947" actId="478"/>
          <ac:spMkLst>
            <pc:docMk/>
            <pc:sldMasterMk cId="2200747747" sldId="2147483704"/>
            <ac:spMk id="8" creationId="{00F725CA-89E6-B699-8CBD-1F418A9F71D5}"/>
          </ac:spMkLst>
        </pc:spChg>
        <pc:picChg chg="mod">
          <ac:chgData name="이서정(내부회계관리ㆍ 업무점검) - 내부회계관리" userId="e5b8325b-dfa1-4113-9083-c4c5fcaed890" providerId="ADAL" clId="{1A8AAFB3-55FD-43B5-A7D7-8099F1490A0B}" dt="2026-06-26T00:14:23.834" v="1949" actId="1076"/>
          <ac:picMkLst>
            <pc:docMk/>
            <pc:sldMasterMk cId="2200747747" sldId="2147483704"/>
            <ac:picMk id="2" creationId="{006F1AB7-AB3F-AD86-6D79-4AE12C86289C}"/>
          </ac:picMkLst>
        </pc:picChg>
      </pc:sldMasterChg>
      <pc:sldMasterChg chg="delSldLayout">
        <pc:chgData name="이서정(내부회계관리ㆍ 업무점검) - 내부회계관리" userId="e5b8325b-dfa1-4113-9083-c4c5fcaed890" providerId="ADAL" clId="{1A8AAFB3-55FD-43B5-A7D7-8099F1490A0B}" dt="2026-06-25T11:57:00.650" v="1404" actId="47"/>
        <pc:sldMasterMkLst>
          <pc:docMk/>
          <pc:sldMasterMk cId="1745672433" sldId="2147483739"/>
        </pc:sldMasterMkLst>
        <pc:sldLayoutChg chg="del">
          <pc:chgData name="이서정(내부회계관리ㆍ 업무점검) - 내부회계관리" userId="e5b8325b-dfa1-4113-9083-c4c5fcaed890" providerId="ADAL" clId="{1A8AAFB3-55FD-43B5-A7D7-8099F1490A0B}" dt="2026-06-25T11:57:00.650" v="1404" actId="47"/>
          <pc:sldLayoutMkLst>
            <pc:docMk/>
            <pc:sldMasterMk cId="1745672433" sldId="2147483739"/>
            <pc:sldLayoutMk cId="1057170807" sldId="214748380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7DDB6B1-B99A-5716-6A52-41515748E4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>
              <a:latin typeface="Pretendard" panose="0200050300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83E0FE-7A68-CE8C-0113-71BBD8FD00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003D7-B3E3-9643-85AE-4F07ED5C4B07}" type="datetimeFigureOut">
              <a:rPr kumimoji="1" lang="ko-Kore-KR" altLang="en-US" smtClean="0">
                <a:latin typeface="Pretendard" panose="02000503000000020004" pitchFamily="50" charset="-127"/>
              </a:rPr>
              <a:t>06/26/2026</a:t>
            </a:fld>
            <a:endParaRPr kumimoji="1" lang="ko-Kore-KR" altLang="en-US">
              <a:latin typeface="Pretendard" panose="0200050300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302EA2-CE06-612F-7C5F-718A69AB5D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>
              <a:latin typeface="Pretendard" panose="020005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443A64-476E-88DB-39CB-D035BF3ED1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A3AD2-76BD-9541-89DC-D531B67079E1}" type="slidenum">
              <a:rPr kumimoji="1" lang="ko-Kore-KR" altLang="en-US" smtClean="0">
                <a:latin typeface="Pretendard" panose="02000503000000020004" pitchFamily="50" charset="-127"/>
              </a:rPr>
              <a:t>‹#›</a:t>
            </a:fld>
            <a:endParaRPr kumimoji="1" lang="ko-Kore-KR" altLang="en-US"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72608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" panose="02000503000000020004" pitchFamily="50" charset="-127"/>
              </a:defRPr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" panose="02000503000000020004" pitchFamily="50" charset="-127"/>
              </a:defRPr>
            </a:lvl1pPr>
          </a:lstStyle>
          <a:p>
            <a:fld id="{8D875240-C8D4-5644-964E-77DEACB36F0B}" type="datetimeFigureOut">
              <a:rPr kumimoji="1" lang="ko-Kore-KR" altLang="en-US" smtClean="0"/>
              <a:pPr/>
              <a:t>06/26/2026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" panose="02000503000000020004" pitchFamily="50" charset="-127"/>
              </a:defRPr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" panose="02000503000000020004" pitchFamily="50" charset="-127"/>
              </a:defRPr>
            </a:lvl1pPr>
          </a:lstStyle>
          <a:p>
            <a:fld id="{CC941AA4-99D1-2C4D-8DA2-842D08DFAF11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89950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retendard" panose="02000503000000020004" pitchFamily="50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retendard" panose="02000503000000020004" pitchFamily="50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retendard" panose="02000503000000020004" pitchFamily="50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retendard" panose="02000503000000020004" pitchFamily="50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retendard" panose="02000503000000020004" pitchFamily="50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4D45-4BB6-7B60-28C2-5666C79B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E54F58-C1CF-D776-C3BD-AEE096FDB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EFFD52-2272-BC61-7DEB-868FD44C7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7D16C-25CD-EE57-9C66-E909E134E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41AA4-99D1-2C4D-8DA2-842D08DFAF11}" type="slidenum">
              <a:rPr kumimoji="1" lang="ko-Kore-KR" altLang="en-US" smtClean="0"/>
              <a:pPr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8498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소개자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5">
            <a:extLst>
              <a:ext uri="{FF2B5EF4-FFF2-40B4-BE49-F238E27FC236}">
                <a16:creationId xmlns:a16="http://schemas.microsoft.com/office/drawing/2014/main" id="{6B2DDE01-46AF-DCC4-1F4F-766854599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422" y="1867236"/>
            <a:ext cx="9020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ko-KR" altLang="en-US" sz="4000" b="1" dirty="0" smtClean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anose="00000500000000000000" pitchFamily="2" charset="0"/>
              </a:defRPr>
            </a:lvl1pPr>
          </a:lstStyle>
          <a:p>
            <a:pPr marL="0" lvl="0" defTabSz="457200"/>
            <a:r>
              <a:rPr lang="ko-KR" altLang="en-US"/>
              <a:t>서비스명을 입력하세요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40pt</a:t>
            </a:r>
            <a:endParaRPr lang="ko-KR" altLang="en-US"/>
          </a:p>
        </p:txBody>
      </p:sp>
      <p:sp>
        <p:nvSpPr>
          <p:cNvPr id="12" name="텍스트 개체 틀 15">
            <a:extLst>
              <a:ext uri="{FF2B5EF4-FFF2-40B4-BE49-F238E27FC236}">
                <a16:creationId xmlns:a16="http://schemas.microsoft.com/office/drawing/2014/main" id="{79114996-D715-9FAA-ED7A-96F8142018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6588" y="1455508"/>
            <a:ext cx="7129462" cy="36364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서비스의 부가설명을 입력하세요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endParaRPr lang="ko-KR" altLang="en-US"/>
          </a:p>
        </p:txBody>
      </p:sp>
      <p:sp>
        <p:nvSpPr>
          <p:cNvPr id="13" name="텍스트 개체 틀 15">
            <a:extLst>
              <a:ext uri="{FF2B5EF4-FFF2-40B4-BE49-F238E27FC236}">
                <a16:creationId xmlns:a16="http://schemas.microsoft.com/office/drawing/2014/main" id="{93B187C3-FBB6-D3B5-2C17-7295938FA1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88" y="3209376"/>
            <a:ext cx="7129462" cy="36364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부서이름을 입력하세요</a:t>
            </a:r>
            <a:r>
              <a:rPr lang="en-US" altLang="ko-KR"/>
              <a:t>.  |  2024.11.01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2AB6B48-E32A-0267-5079-603D7B0325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45" y="6148124"/>
            <a:ext cx="1430226" cy="18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9ADBA2-7381-2DC9-C959-767C8A9BF0E6}"/>
              </a:ext>
            </a:extLst>
          </p:cNvPr>
          <p:cNvSpPr txBox="1"/>
          <p:nvPr userDrawn="1"/>
        </p:nvSpPr>
        <p:spPr>
          <a:xfrm>
            <a:off x="738945" y="6457417"/>
            <a:ext cx="176170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 Medium" panose="00000600000000000000" pitchFamily="2" charset="0"/>
              </a:rPr>
              <a:t>© SHINSEGAE I&amp;C Inc. All Rights Reserved.</a:t>
            </a:r>
            <a:endParaRPr lang="ko-KR" altLang="en-US" sz="7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15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보고자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501C055E-3634-5E15-74C3-B63C2B17B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422" y="1867236"/>
            <a:ext cx="10027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ko-KR" altLang="en-US" sz="4000" b="1" dirty="0" smtClean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anose="00000500000000000000" pitchFamily="2" charset="0"/>
              </a:defRPr>
            </a:lvl1pPr>
          </a:lstStyle>
          <a:p>
            <a:pPr marL="0" lvl="0" defTabSz="457200"/>
            <a:r>
              <a:rPr lang="ko-KR" altLang="en-US"/>
              <a:t>보고문서 제목을 입력하세요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40pt</a:t>
            </a:r>
            <a:endParaRPr lang="ko-KR" altLang="en-US"/>
          </a:p>
        </p:txBody>
      </p:sp>
      <p:sp>
        <p:nvSpPr>
          <p:cNvPr id="5" name="텍스트 개체 틀 15">
            <a:extLst>
              <a:ext uri="{FF2B5EF4-FFF2-40B4-BE49-F238E27FC236}">
                <a16:creationId xmlns:a16="http://schemas.microsoft.com/office/drawing/2014/main" id="{838EC0A4-944C-FA40-4580-705A047CFC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6588" y="1455508"/>
            <a:ext cx="7129462" cy="36364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부가설명을 입력하세요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ko-KR" altLang="en-US"/>
              <a:t> </a:t>
            </a:r>
            <a:r>
              <a:rPr lang="en-US" altLang="ko-KR"/>
              <a:t>14pt</a:t>
            </a:r>
            <a:endParaRPr lang="ko-KR" altLang="en-US"/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BE09E9F1-9604-2D1B-747F-2682BC38A3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88" y="3209376"/>
            <a:ext cx="7129462" cy="36364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부서이름을 입력하세요</a:t>
            </a:r>
            <a:r>
              <a:rPr lang="en-US" altLang="ko-KR"/>
              <a:t>.  |  2024.11.01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A3A38B-C96B-AF01-4FA4-090F2ECD06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45" y="6148124"/>
            <a:ext cx="1430226" cy="18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B7E43F-0E7F-E014-C5A9-5AEB54830D70}"/>
              </a:ext>
            </a:extLst>
          </p:cNvPr>
          <p:cNvSpPr txBox="1"/>
          <p:nvPr userDrawn="1"/>
        </p:nvSpPr>
        <p:spPr>
          <a:xfrm>
            <a:off x="738945" y="6457417"/>
            <a:ext cx="176170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 Medium" panose="00000600000000000000" pitchFamily="2" charset="0"/>
              </a:rPr>
              <a:t>© SHINSEGAE I&amp;C Inc. All Rights Reserved.</a:t>
            </a:r>
            <a:endParaRPr lang="ko-KR" altLang="en-US" sz="7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89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6C35A9-7426-81F2-A919-40EA8BF299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9" y="1700213"/>
            <a:ext cx="1223764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4773232A-BD6E-C7FB-02D3-515023C6A3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3806799"/>
            <a:ext cx="2807939" cy="1350988"/>
          </a:xfrm>
          <a:prstGeom prst="rect">
            <a:avLst/>
          </a:prstGeom>
        </p:spPr>
        <p:txBody>
          <a:bodyPr anchor="t"/>
          <a:lstStyle>
            <a:lvl1pPr marL="355600" indent="-355600">
              <a:lnSpc>
                <a:spcPct val="130000"/>
              </a:lnSpc>
              <a:buClr>
                <a:schemeClr val="tx1"/>
              </a:buClr>
              <a:buAutoNum type="arabicPeriod"/>
              <a:defRPr sz="16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D66C0433-55EF-7AE7-5089-07DD1F21AA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2492896"/>
            <a:ext cx="10224764" cy="918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간지 내용을 입력하세요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_서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6C35A9-7426-81F2-A919-40EA8BF299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1700213"/>
            <a:ext cx="7272435" cy="5046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서브 타이틀</a:t>
            </a: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D66C0433-55EF-7AE7-5089-07DD1F21AA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2276873"/>
            <a:ext cx="10224764" cy="72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간지 내용을 입력하세요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28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 본문_기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04DD7A0-9E81-28D8-58D7-A1B4821CBE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376" y="619473"/>
            <a:ext cx="10515600" cy="53226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algn="l" defTabSz="914400" rtl="0" eaLnBrk="1" latinLnBrk="0" hangingPunct="1">
              <a:lnSpc>
                <a:spcPct val="130000"/>
              </a:lnSpc>
              <a:defRPr kumimoji="1" lang="ko-Kore-KR" altLang="en-US" sz="2400" b="1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lang="ko-KR" altLang="en-US"/>
              <a:t>해당 페이지의 가장 핵심적인 내용을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24pt</a:t>
            </a:r>
            <a:endParaRPr kumimoji="1" lang="ko-Kore-KR" alt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DF0EF301-97EB-4174-9EA3-14BC87B836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248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Sample01</a:t>
            </a:r>
            <a:endParaRPr kumimoji="1" lang="ko-Kore-KR" altLang="en-US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57884936-E619-BC19-537A-B19188A506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56440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Sample03</a:t>
            </a:r>
            <a:endParaRPr kumimoji="1" lang="ko-Kore-KR" altLang="en-US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4E819A9-71AD-93ED-BAA6-DE99BF6D9D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92344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Sample02</a:t>
            </a:r>
            <a:endParaRPr kumimoji="1" lang="ko-Kore-KR" altLang="en-US"/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6C0D1678-8C68-DF2D-2788-FCBB8189E0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20536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Sample04</a:t>
            </a:r>
            <a:endParaRPr kumimoji="1" lang="ko-Kore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B8D53F94-69A8-2180-9280-F1ABD8AE44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376" y="330548"/>
            <a:ext cx="6840760" cy="288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kumimoji="1" lang="ko-KR" altLang="en-US"/>
              <a:t>상단 타이틀 </a:t>
            </a:r>
            <a:r>
              <a:rPr kumimoji="1" lang="en-US" altLang="ko-KR"/>
              <a:t>Type A</a:t>
            </a:r>
            <a:endParaRPr kumimoji="1" lang="ko-Kore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20F87ED-C988-A3C8-F056-332380B543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376" y="1195537"/>
            <a:ext cx="10585450" cy="649287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>
              <a:lnSpc>
                <a:spcPct val="130000"/>
              </a:lnSpc>
              <a:buNone/>
              <a:defRPr sz="14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여기에 부가설명을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br>
              <a:rPr lang="en-US" altLang="ko-KR"/>
            </a:br>
            <a:r>
              <a:rPr lang="en-US" altLang="en-US"/>
              <a:t>(</a:t>
            </a:r>
            <a:r>
              <a:rPr lang="ko-KR" altLang="en-US"/>
              <a:t>부가설명 없을 시 삭제 가능하며</a:t>
            </a:r>
            <a:r>
              <a:rPr lang="en-US" altLang="ko-KR"/>
              <a:t>, </a:t>
            </a:r>
            <a:r>
              <a:rPr lang="ko-KR" altLang="en-US"/>
              <a:t>자세한 설명이 필요할 경우 두줄까지 입력 가능합니다</a:t>
            </a:r>
            <a:r>
              <a:rPr lang="en-US" altLang="ko-KR"/>
              <a:t>.)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210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. 본문_기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04DD7A0-9E81-28D8-58D7-A1B4821CBE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376" y="272509"/>
            <a:ext cx="10515600" cy="5322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algn="l" defTabSz="914400" rtl="0" eaLnBrk="1" latinLnBrk="0" hangingPunct="1">
              <a:lnSpc>
                <a:spcPct val="130000"/>
              </a:lnSpc>
              <a:defRPr kumimoji="1" lang="ko-Kore-KR" altLang="en-US" sz="2400" b="1" kern="1200" dirty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kumimoji="1" lang="ko-KR" altLang="en-US"/>
              <a:t>타이틀을 작성해 주세요</a:t>
            </a:r>
            <a:r>
              <a:rPr kumimoji="1"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</a:t>
            </a:r>
            <a:r>
              <a:rPr kumimoji="1" lang="en-US" altLang="ko-KR"/>
              <a:t>24pt</a:t>
            </a:r>
            <a:endParaRPr kumimoji="1" lang="ko-Kore-KR" altLang="en-US"/>
          </a:p>
        </p:txBody>
      </p:sp>
      <p:sp>
        <p:nvSpPr>
          <p:cNvPr id="8" name="텍스트 개체 틀 11">
            <a:extLst>
              <a:ext uri="{FF2B5EF4-FFF2-40B4-BE49-F238E27FC236}">
                <a16:creationId xmlns:a16="http://schemas.microsoft.com/office/drawing/2014/main" id="{76596B56-5CEB-0DDE-1E71-8A5E3D3A16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376" y="940588"/>
            <a:ext cx="10585450" cy="649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4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여기에 부가설명을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br>
              <a:rPr lang="en-US" altLang="ko-KR"/>
            </a:br>
            <a:r>
              <a:rPr lang="en-US" altLang="en-US"/>
              <a:t>(</a:t>
            </a:r>
            <a:r>
              <a:rPr lang="ko-KR" altLang="en-US"/>
              <a:t>부가설명 없을 시 삭제 가능하며</a:t>
            </a:r>
            <a:r>
              <a:rPr lang="en-US" altLang="ko-KR"/>
              <a:t>, </a:t>
            </a:r>
            <a:r>
              <a:rPr lang="ko-KR" altLang="en-US"/>
              <a:t>자세한 설명이 필요할 경우 두줄까지 입력 가능합니다</a:t>
            </a:r>
            <a:r>
              <a:rPr lang="en-US" altLang="ko-KR"/>
              <a:t>.)</a:t>
            </a:r>
            <a:endParaRPr lang="ko-KR" altLang="en-US"/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C278E4FF-9765-0482-4A17-D3F31720E3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84979" y="393570"/>
            <a:ext cx="2520280" cy="2901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100" b="1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kumimoji="1" lang="ko-KR" altLang="en-US"/>
              <a:t>상단 타이틀 </a:t>
            </a:r>
            <a:r>
              <a:rPr kumimoji="1" lang="en-US" altLang="ko-KR"/>
              <a:t>Type B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2628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. 본문_타이틀 2줄_우측여백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70A24063-22FF-3502-5124-81971451B7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248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Sample01</a:t>
            </a:r>
            <a:endParaRPr kumimoji="1" lang="ko-Kore-KR" altLang="en-US"/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31190102-8B75-1686-A657-BA35E98D1B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56440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Sample03</a:t>
            </a:r>
            <a:endParaRPr kumimoji="1" lang="ko-Kore-KR" altLang="en-US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C1081061-192F-1BF1-A621-8117EAA2A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92344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Sample02</a:t>
            </a:r>
            <a:endParaRPr kumimoji="1" lang="ko-Kore-KR" altLang="en-US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72139C01-C33F-A155-B6F2-F24FD6E940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20536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Sample04</a:t>
            </a:r>
            <a:endParaRPr kumimoji="1" lang="ko-Kore-KR" altLang="en-US"/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8960FB26-C71B-1768-B891-37C364AC28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376" y="330548"/>
            <a:ext cx="6840760" cy="288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kumimoji="1" lang="ko-KR" altLang="en-US"/>
              <a:t>상단 타이틀 </a:t>
            </a:r>
            <a:r>
              <a:rPr kumimoji="1" lang="en-US" altLang="ko-KR"/>
              <a:t>Type A</a:t>
            </a:r>
            <a:endParaRPr kumimoji="1" lang="ko-Kore-KR" altLang="en-US"/>
          </a:p>
        </p:txBody>
      </p:sp>
      <p:sp>
        <p:nvSpPr>
          <p:cNvPr id="3" name="제목 5">
            <a:extLst>
              <a:ext uri="{FF2B5EF4-FFF2-40B4-BE49-F238E27FC236}">
                <a16:creationId xmlns:a16="http://schemas.microsoft.com/office/drawing/2014/main" id="{E1686B89-C5B4-A71A-1288-6285D2829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376" y="619473"/>
            <a:ext cx="5256584" cy="101239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algn="l" defTabSz="914400" rtl="0" eaLnBrk="1" latinLnBrk="0" hangingPunct="1">
              <a:lnSpc>
                <a:spcPct val="130000"/>
              </a:lnSpc>
              <a:defRPr kumimoji="1" lang="ko-Kore-KR" altLang="en-US" sz="2400" b="1" kern="1200" dirty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lang="ko-KR" altLang="en-US"/>
              <a:t>해당 페이지의 가장 핵심적인 내용을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24pt</a:t>
            </a:r>
            <a:endParaRPr kumimoji="1" lang="ko-Kore-KR" altLang="en-US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63F1E3F1-3E26-A4E9-4589-BA8A7F15FA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376" y="1627585"/>
            <a:ext cx="5256584" cy="649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4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여기에 부가설명을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br>
              <a:rPr lang="en-US" altLang="ko-KR"/>
            </a:br>
            <a:r>
              <a:rPr lang="en-US" altLang="en-US"/>
              <a:t>(</a:t>
            </a:r>
            <a:r>
              <a:rPr lang="ko-KR" altLang="en-US"/>
              <a:t>부가설명 없을 시 삭제 가능하며</a:t>
            </a:r>
            <a:r>
              <a:rPr lang="en-US" altLang="ko-KR"/>
              <a:t>, </a:t>
            </a:r>
            <a:r>
              <a:rPr lang="ko-KR" altLang="en-US"/>
              <a:t>자세한 설명이 필요할 경우 두줄까지 입력 가능합니다</a:t>
            </a:r>
            <a:r>
              <a:rPr lang="en-US" altLang="ko-KR"/>
              <a:t>.)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54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7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E4F0413E-A90B-56A7-B770-61B3D590C2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8988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D3A5E-513D-3471-1FA2-1859E1CAFDE2}"/>
              </a:ext>
            </a:extLst>
          </p:cNvPr>
          <p:cNvSpPr txBox="1"/>
          <p:nvPr userDrawn="1"/>
        </p:nvSpPr>
        <p:spPr>
          <a:xfrm>
            <a:off x="4598988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01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1" name="직선 연결선[R] 100">
            <a:extLst>
              <a:ext uri="{FF2B5EF4-FFF2-40B4-BE49-F238E27FC236}">
                <a16:creationId xmlns:a16="http://schemas.microsoft.com/office/drawing/2014/main" id="{EB846637-96D6-0862-1931-953BC836BBB6}"/>
              </a:ext>
            </a:extLst>
          </p:cNvPr>
          <p:cNvCxnSpPr>
            <a:cxnSpLocks/>
          </p:cNvCxnSpPr>
          <p:nvPr userDrawn="1"/>
        </p:nvCxnSpPr>
        <p:spPr>
          <a:xfrm>
            <a:off x="4512628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74F172-9BC4-7836-5BBA-C3B5D4CADD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8988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5" name="텍스트 개체 틀 28">
            <a:extLst>
              <a:ext uri="{FF2B5EF4-FFF2-40B4-BE49-F238E27FC236}">
                <a16:creationId xmlns:a16="http://schemas.microsoft.com/office/drawing/2014/main" id="{6B37FED0-F0B3-53BB-9B5C-FEFB3FF32E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1635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C6B78-3CCA-BC93-AA41-BB4BFB28C014}"/>
              </a:ext>
            </a:extLst>
          </p:cNvPr>
          <p:cNvSpPr txBox="1"/>
          <p:nvPr userDrawn="1"/>
        </p:nvSpPr>
        <p:spPr>
          <a:xfrm>
            <a:off x="6971635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02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7" name="직선 연결선[R] 100">
            <a:extLst>
              <a:ext uri="{FF2B5EF4-FFF2-40B4-BE49-F238E27FC236}">
                <a16:creationId xmlns:a16="http://schemas.microsoft.com/office/drawing/2014/main" id="{B7A76123-085F-2B21-D3E4-871746BA6DC2}"/>
              </a:ext>
            </a:extLst>
          </p:cNvPr>
          <p:cNvCxnSpPr>
            <a:cxnSpLocks/>
          </p:cNvCxnSpPr>
          <p:nvPr userDrawn="1"/>
        </p:nvCxnSpPr>
        <p:spPr>
          <a:xfrm>
            <a:off x="6885275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3570BD6A-889E-3702-9058-2F2DF53EC7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71635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3" name="텍스트 개체 틀 28">
            <a:extLst>
              <a:ext uri="{FF2B5EF4-FFF2-40B4-BE49-F238E27FC236}">
                <a16:creationId xmlns:a16="http://schemas.microsoft.com/office/drawing/2014/main" id="{8DC9B1EF-89A7-F324-538C-251089F838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44282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1E9BE-CC00-76A3-7BC5-2F136C5B91ED}"/>
              </a:ext>
            </a:extLst>
          </p:cNvPr>
          <p:cNvSpPr txBox="1"/>
          <p:nvPr userDrawn="1"/>
        </p:nvSpPr>
        <p:spPr>
          <a:xfrm>
            <a:off x="9344282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03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25" name="직선 연결선[R] 100">
            <a:extLst>
              <a:ext uri="{FF2B5EF4-FFF2-40B4-BE49-F238E27FC236}">
                <a16:creationId xmlns:a16="http://schemas.microsoft.com/office/drawing/2014/main" id="{B952D4B7-083A-5CF0-EEAA-6E7B3B849D62}"/>
              </a:ext>
            </a:extLst>
          </p:cNvPr>
          <p:cNvCxnSpPr>
            <a:cxnSpLocks/>
          </p:cNvCxnSpPr>
          <p:nvPr userDrawn="1"/>
        </p:nvCxnSpPr>
        <p:spPr>
          <a:xfrm>
            <a:off x="9257922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9BD761AE-4BA0-8D65-E64F-DFE1AA5059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44282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981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목차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E4F0413E-A90B-56A7-B770-61B3D590C2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8988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D3A5E-513D-3471-1FA2-1859E1CAFDE2}"/>
              </a:ext>
            </a:extLst>
          </p:cNvPr>
          <p:cNvSpPr txBox="1"/>
          <p:nvPr userDrawn="1"/>
        </p:nvSpPr>
        <p:spPr>
          <a:xfrm>
            <a:off x="4598988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02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1" name="직선 연결선[R] 100">
            <a:extLst>
              <a:ext uri="{FF2B5EF4-FFF2-40B4-BE49-F238E27FC236}">
                <a16:creationId xmlns:a16="http://schemas.microsoft.com/office/drawing/2014/main" id="{EB846637-96D6-0862-1931-953BC836BBB6}"/>
              </a:ext>
            </a:extLst>
          </p:cNvPr>
          <p:cNvCxnSpPr>
            <a:cxnSpLocks/>
          </p:cNvCxnSpPr>
          <p:nvPr userDrawn="1"/>
        </p:nvCxnSpPr>
        <p:spPr>
          <a:xfrm>
            <a:off x="4512628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74F172-9BC4-7836-5BBA-C3B5D4CADD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8988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5" name="텍스트 개체 틀 28">
            <a:extLst>
              <a:ext uri="{FF2B5EF4-FFF2-40B4-BE49-F238E27FC236}">
                <a16:creationId xmlns:a16="http://schemas.microsoft.com/office/drawing/2014/main" id="{6B37FED0-F0B3-53BB-9B5C-FEFB3FF32E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1635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C6B78-3CCA-BC93-AA41-BB4BFB28C014}"/>
              </a:ext>
            </a:extLst>
          </p:cNvPr>
          <p:cNvSpPr txBox="1"/>
          <p:nvPr userDrawn="1"/>
        </p:nvSpPr>
        <p:spPr>
          <a:xfrm>
            <a:off x="6971635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03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7" name="직선 연결선[R] 100">
            <a:extLst>
              <a:ext uri="{FF2B5EF4-FFF2-40B4-BE49-F238E27FC236}">
                <a16:creationId xmlns:a16="http://schemas.microsoft.com/office/drawing/2014/main" id="{B7A76123-085F-2B21-D3E4-871746BA6DC2}"/>
              </a:ext>
            </a:extLst>
          </p:cNvPr>
          <p:cNvCxnSpPr>
            <a:cxnSpLocks/>
          </p:cNvCxnSpPr>
          <p:nvPr userDrawn="1"/>
        </p:nvCxnSpPr>
        <p:spPr>
          <a:xfrm>
            <a:off x="6885275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3570BD6A-889E-3702-9058-2F2DF53EC7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71635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3" name="텍스트 개체 틀 28">
            <a:extLst>
              <a:ext uri="{FF2B5EF4-FFF2-40B4-BE49-F238E27FC236}">
                <a16:creationId xmlns:a16="http://schemas.microsoft.com/office/drawing/2014/main" id="{8DC9B1EF-89A7-F324-538C-251089F838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44282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1E9BE-CC00-76A3-7BC5-2F136C5B91ED}"/>
              </a:ext>
            </a:extLst>
          </p:cNvPr>
          <p:cNvSpPr txBox="1"/>
          <p:nvPr userDrawn="1"/>
        </p:nvSpPr>
        <p:spPr>
          <a:xfrm>
            <a:off x="9344282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04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25" name="직선 연결선[R] 100">
            <a:extLst>
              <a:ext uri="{FF2B5EF4-FFF2-40B4-BE49-F238E27FC236}">
                <a16:creationId xmlns:a16="http://schemas.microsoft.com/office/drawing/2014/main" id="{B952D4B7-083A-5CF0-EEAA-6E7B3B849D62}"/>
              </a:ext>
            </a:extLst>
          </p:cNvPr>
          <p:cNvCxnSpPr>
            <a:cxnSpLocks/>
          </p:cNvCxnSpPr>
          <p:nvPr userDrawn="1"/>
        </p:nvCxnSpPr>
        <p:spPr>
          <a:xfrm>
            <a:off x="9257922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9BD761AE-4BA0-8D65-E64F-DFE1AA5059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44282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" name="텍스트 개체 틀 28">
            <a:extLst>
              <a:ext uri="{FF2B5EF4-FFF2-40B4-BE49-F238E27FC236}">
                <a16:creationId xmlns:a16="http://schemas.microsoft.com/office/drawing/2014/main" id="{A4EFC5E0-5DBE-1807-99A4-4F90B06BCA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26341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95DAE-F91D-DF44-D1BB-3353C382A1BB}"/>
              </a:ext>
            </a:extLst>
          </p:cNvPr>
          <p:cNvSpPr txBox="1"/>
          <p:nvPr userDrawn="1"/>
        </p:nvSpPr>
        <p:spPr>
          <a:xfrm>
            <a:off x="2226341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01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0" name="직선 연결선[R] 100">
            <a:extLst>
              <a:ext uri="{FF2B5EF4-FFF2-40B4-BE49-F238E27FC236}">
                <a16:creationId xmlns:a16="http://schemas.microsoft.com/office/drawing/2014/main" id="{2FE18A72-58EB-214D-D969-FFDAB3B4BA98}"/>
              </a:ext>
            </a:extLst>
          </p:cNvPr>
          <p:cNvCxnSpPr>
            <a:cxnSpLocks/>
          </p:cNvCxnSpPr>
          <p:nvPr userDrawn="1"/>
        </p:nvCxnSpPr>
        <p:spPr>
          <a:xfrm>
            <a:off x="2139981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F753BCB4-7697-F20D-74C4-B0BDA1069F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26341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035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목차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E4F0413E-A90B-56A7-B770-61B3D590C2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8988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D3A5E-513D-3471-1FA2-1859E1CAFDE2}"/>
              </a:ext>
            </a:extLst>
          </p:cNvPr>
          <p:cNvSpPr txBox="1"/>
          <p:nvPr userDrawn="1"/>
        </p:nvSpPr>
        <p:spPr>
          <a:xfrm>
            <a:off x="4598988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03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1" name="직선 연결선[R] 100">
            <a:extLst>
              <a:ext uri="{FF2B5EF4-FFF2-40B4-BE49-F238E27FC236}">
                <a16:creationId xmlns:a16="http://schemas.microsoft.com/office/drawing/2014/main" id="{EB846637-96D6-0862-1931-953BC836BBB6}"/>
              </a:ext>
            </a:extLst>
          </p:cNvPr>
          <p:cNvCxnSpPr>
            <a:cxnSpLocks/>
          </p:cNvCxnSpPr>
          <p:nvPr userDrawn="1"/>
        </p:nvCxnSpPr>
        <p:spPr>
          <a:xfrm>
            <a:off x="4512628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74F172-9BC4-7836-5BBA-C3B5D4CADD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8988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5" name="텍스트 개체 틀 28">
            <a:extLst>
              <a:ext uri="{FF2B5EF4-FFF2-40B4-BE49-F238E27FC236}">
                <a16:creationId xmlns:a16="http://schemas.microsoft.com/office/drawing/2014/main" id="{6B37FED0-F0B3-53BB-9B5C-FEFB3FF32E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1635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C6B78-3CCA-BC93-AA41-BB4BFB28C014}"/>
              </a:ext>
            </a:extLst>
          </p:cNvPr>
          <p:cNvSpPr txBox="1"/>
          <p:nvPr userDrawn="1"/>
        </p:nvSpPr>
        <p:spPr>
          <a:xfrm>
            <a:off x="6971635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04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7" name="직선 연결선[R] 100">
            <a:extLst>
              <a:ext uri="{FF2B5EF4-FFF2-40B4-BE49-F238E27FC236}">
                <a16:creationId xmlns:a16="http://schemas.microsoft.com/office/drawing/2014/main" id="{B7A76123-085F-2B21-D3E4-871746BA6DC2}"/>
              </a:ext>
            </a:extLst>
          </p:cNvPr>
          <p:cNvCxnSpPr>
            <a:cxnSpLocks/>
          </p:cNvCxnSpPr>
          <p:nvPr userDrawn="1"/>
        </p:nvCxnSpPr>
        <p:spPr>
          <a:xfrm>
            <a:off x="6885275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3570BD6A-889E-3702-9058-2F2DF53EC7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71635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3" name="텍스트 개체 틀 28">
            <a:extLst>
              <a:ext uri="{FF2B5EF4-FFF2-40B4-BE49-F238E27FC236}">
                <a16:creationId xmlns:a16="http://schemas.microsoft.com/office/drawing/2014/main" id="{8DC9B1EF-89A7-F324-538C-251089F838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44282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1E9BE-CC00-76A3-7BC5-2F136C5B91ED}"/>
              </a:ext>
            </a:extLst>
          </p:cNvPr>
          <p:cNvSpPr txBox="1"/>
          <p:nvPr userDrawn="1"/>
        </p:nvSpPr>
        <p:spPr>
          <a:xfrm>
            <a:off x="9344282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05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25" name="직선 연결선[R] 100">
            <a:extLst>
              <a:ext uri="{FF2B5EF4-FFF2-40B4-BE49-F238E27FC236}">
                <a16:creationId xmlns:a16="http://schemas.microsoft.com/office/drawing/2014/main" id="{B952D4B7-083A-5CF0-EEAA-6E7B3B849D62}"/>
              </a:ext>
            </a:extLst>
          </p:cNvPr>
          <p:cNvCxnSpPr>
            <a:cxnSpLocks/>
          </p:cNvCxnSpPr>
          <p:nvPr userDrawn="1"/>
        </p:nvCxnSpPr>
        <p:spPr>
          <a:xfrm>
            <a:off x="9257922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9BD761AE-4BA0-8D65-E64F-DFE1AA5059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44282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" name="텍스트 개체 틀 28">
            <a:extLst>
              <a:ext uri="{FF2B5EF4-FFF2-40B4-BE49-F238E27FC236}">
                <a16:creationId xmlns:a16="http://schemas.microsoft.com/office/drawing/2014/main" id="{47E43D75-7F3D-6690-309B-D9B2F60FEF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71635" y="1661075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65C4A-CEA9-1C86-6D60-5EBAEE5F372D}"/>
              </a:ext>
            </a:extLst>
          </p:cNvPr>
          <p:cNvSpPr txBox="1"/>
          <p:nvPr userDrawn="1"/>
        </p:nvSpPr>
        <p:spPr>
          <a:xfrm>
            <a:off x="6971635" y="1145946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01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0" name="직선 연결선[R] 100">
            <a:extLst>
              <a:ext uri="{FF2B5EF4-FFF2-40B4-BE49-F238E27FC236}">
                <a16:creationId xmlns:a16="http://schemas.microsoft.com/office/drawing/2014/main" id="{CBAC13EE-1B28-FFC3-1DB9-4937D2DA814D}"/>
              </a:ext>
            </a:extLst>
          </p:cNvPr>
          <p:cNvCxnSpPr>
            <a:cxnSpLocks/>
          </p:cNvCxnSpPr>
          <p:nvPr userDrawn="1"/>
        </p:nvCxnSpPr>
        <p:spPr>
          <a:xfrm>
            <a:off x="6885275" y="1203106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805221E0-EC66-9BB2-88DD-4A4EBB2F5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71635" y="2233984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3" name="텍스트 개체 틀 28">
            <a:extLst>
              <a:ext uri="{FF2B5EF4-FFF2-40B4-BE49-F238E27FC236}">
                <a16:creationId xmlns:a16="http://schemas.microsoft.com/office/drawing/2014/main" id="{B2A75ADF-63ED-611E-A31F-DDCB8F1ADE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44282" y="1661075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4D7246-28B4-684C-801F-8D4384A79843}"/>
              </a:ext>
            </a:extLst>
          </p:cNvPr>
          <p:cNvSpPr txBox="1"/>
          <p:nvPr userDrawn="1"/>
        </p:nvSpPr>
        <p:spPr>
          <a:xfrm>
            <a:off x="9344282" y="1145946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02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9" name="직선 연결선[R] 100">
            <a:extLst>
              <a:ext uri="{FF2B5EF4-FFF2-40B4-BE49-F238E27FC236}">
                <a16:creationId xmlns:a16="http://schemas.microsoft.com/office/drawing/2014/main" id="{55B1CEBA-A9F5-13CA-2A04-02AF1FB56D39}"/>
              </a:ext>
            </a:extLst>
          </p:cNvPr>
          <p:cNvCxnSpPr>
            <a:cxnSpLocks/>
          </p:cNvCxnSpPr>
          <p:nvPr userDrawn="1"/>
        </p:nvCxnSpPr>
        <p:spPr>
          <a:xfrm>
            <a:off x="9257922" y="1203106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텍스트 개체 틀 3">
            <a:extLst>
              <a:ext uri="{FF2B5EF4-FFF2-40B4-BE49-F238E27FC236}">
                <a16:creationId xmlns:a16="http://schemas.microsoft.com/office/drawing/2014/main" id="{D9097D8C-2709-3F8C-3647-C833CF9DAA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44282" y="2233984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6100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E4F0413E-A90B-56A7-B770-61B3D590C2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8988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D3A5E-513D-3471-1FA2-1859E1CAFDE2}"/>
              </a:ext>
            </a:extLst>
          </p:cNvPr>
          <p:cNvSpPr txBox="1"/>
          <p:nvPr userDrawn="1"/>
        </p:nvSpPr>
        <p:spPr>
          <a:xfrm>
            <a:off x="4598988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04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1" name="직선 연결선[R] 100">
            <a:extLst>
              <a:ext uri="{FF2B5EF4-FFF2-40B4-BE49-F238E27FC236}">
                <a16:creationId xmlns:a16="http://schemas.microsoft.com/office/drawing/2014/main" id="{EB846637-96D6-0862-1931-953BC836BBB6}"/>
              </a:ext>
            </a:extLst>
          </p:cNvPr>
          <p:cNvCxnSpPr>
            <a:cxnSpLocks/>
          </p:cNvCxnSpPr>
          <p:nvPr userDrawn="1"/>
        </p:nvCxnSpPr>
        <p:spPr>
          <a:xfrm>
            <a:off x="4512628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74F172-9BC4-7836-5BBA-C3B5D4CADD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8988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5" name="텍스트 개체 틀 28">
            <a:extLst>
              <a:ext uri="{FF2B5EF4-FFF2-40B4-BE49-F238E27FC236}">
                <a16:creationId xmlns:a16="http://schemas.microsoft.com/office/drawing/2014/main" id="{6B37FED0-F0B3-53BB-9B5C-FEFB3FF32E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1635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C6B78-3CCA-BC93-AA41-BB4BFB28C014}"/>
              </a:ext>
            </a:extLst>
          </p:cNvPr>
          <p:cNvSpPr txBox="1"/>
          <p:nvPr userDrawn="1"/>
        </p:nvSpPr>
        <p:spPr>
          <a:xfrm>
            <a:off x="6971635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05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7" name="직선 연결선[R] 100">
            <a:extLst>
              <a:ext uri="{FF2B5EF4-FFF2-40B4-BE49-F238E27FC236}">
                <a16:creationId xmlns:a16="http://schemas.microsoft.com/office/drawing/2014/main" id="{B7A76123-085F-2B21-D3E4-871746BA6DC2}"/>
              </a:ext>
            </a:extLst>
          </p:cNvPr>
          <p:cNvCxnSpPr>
            <a:cxnSpLocks/>
          </p:cNvCxnSpPr>
          <p:nvPr userDrawn="1"/>
        </p:nvCxnSpPr>
        <p:spPr>
          <a:xfrm>
            <a:off x="6885275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3570BD6A-889E-3702-9058-2F2DF53EC7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71635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3" name="텍스트 개체 틀 28">
            <a:extLst>
              <a:ext uri="{FF2B5EF4-FFF2-40B4-BE49-F238E27FC236}">
                <a16:creationId xmlns:a16="http://schemas.microsoft.com/office/drawing/2014/main" id="{8DC9B1EF-89A7-F324-538C-251089F838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44282" y="4293096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1E9BE-CC00-76A3-7BC5-2F136C5B91ED}"/>
              </a:ext>
            </a:extLst>
          </p:cNvPr>
          <p:cNvSpPr txBox="1"/>
          <p:nvPr userDrawn="1"/>
        </p:nvSpPr>
        <p:spPr>
          <a:xfrm>
            <a:off x="9344282" y="3777967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06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25" name="직선 연결선[R] 100">
            <a:extLst>
              <a:ext uri="{FF2B5EF4-FFF2-40B4-BE49-F238E27FC236}">
                <a16:creationId xmlns:a16="http://schemas.microsoft.com/office/drawing/2014/main" id="{B952D4B7-083A-5CF0-EEAA-6E7B3B849D62}"/>
              </a:ext>
            </a:extLst>
          </p:cNvPr>
          <p:cNvCxnSpPr>
            <a:cxnSpLocks/>
          </p:cNvCxnSpPr>
          <p:nvPr userDrawn="1"/>
        </p:nvCxnSpPr>
        <p:spPr>
          <a:xfrm>
            <a:off x="9257922" y="3835127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9BD761AE-4BA0-8D65-E64F-DFE1AA5059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44282" y="4866005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" name="텍스트 개체 틀 28">
            <a:extLst>
              <a:ext uri="{FF2B5EF4-FFF2-40B4-BE49-F238E27FC236}">
                <a16:creationId xmlns:a16="http://schemas.microsoft.com/office/drawing/2014/main" id="{DD86288A-01B6-5362-5A51-C43AFA8C61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8988" y="1661075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DB01A-4938-CC9C-5980-5BFA71E6C376}"/>
              </a:ext>
            </a:extLst>
          </p:cNvPr>
          <p:cNvSpPr txBox="1"/>
          <p:nvPr userDrawn="1"/>
        </p:nvSpPr>
        <p:spPr>
          <a:xfrm>
            <a:off x="4598988" y="1145946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01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6" name="직선 연결선[R] 100">
            <a:extLst>
              <a:ext uri="{FF2B5EF4-FFF2-40B4-BE49-F238E27FC236}">
                <a16:creationId xmlns:a16="http://schemas.microsoft.com/office/drawing/2014/main" id="{02985C56-3072-77B7-3FCD-29531E8996CC}"/>
              </a:ext>
            </a:extLst>
          </p:cNvPr>
          <p:cNvCxnSpPr>
            <a:cxnSpLocks/>
          </p:cNvCxnSpPr>
          <p:nvPr userDrawn="1"/>
        </p:nvCxnSpPr>
        <p:spPr>
          <a:xfrm>
            <a:off x="4512628" y="1203106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B8EC08EE-CF82-A79A-38A8-894479F5E6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8988" y="2233984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" name="텍스트 개체 틀 28">
            <a:extLst>
              <a:ext uri="{FF2B5EF4-FFF2-40B4-BE49-F238E27FC236}">
                <a16:creationId xmlns:a16="http://schemas.microsoft.com/office/drawing/2014/main" id="{47E43D75-7F3D-6690-309B-D9B2F60FEF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71635" y="1661075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65C4A-CEA9-1C86-6D60-5EBAEE5F372D}"/>
              </a:ext>
            </a:extLst>
          </p:cNvPr>
          <p:cNvSpPr txBox="1"/>
          <p:nvPr userDrawn="1"/>
        </p:nvSpPr>
        <p:spPr>
          <a:xfrm>
            <a:off x="6971635" y="1145946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02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0" name="직선 연결선[R] 100">
            <a:extLst>
              <a:ext uri="{FF2B5EF4-FFF2-40B4-BE49-F238E27FC236}">
                <a16:creationId xmlns:a16="http://schemas.microsoft.com/office/drawing/2014/main" id="{CBAC13EE-1B28-FFC3-1DB9-4937D2DA814D}"/>
              </a:ext>
            </a:extLst>
          </p:cNvPr>
          <p:cNvCxnSpPr>
            <a:cxnSpLocks/>
          </p:cNvCxnSpPr>
          <p:nvPr userDrawn="1"/>
        </p:nvCxnSpPr>
        <p:spPr>
          <a:xfrm>
            <a:off x="6885275" y="1203106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805221E0-EC66-9BB2-88DD-4A4EBB2F5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71635" y="2233984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3" name="텍스트 개체 틀 28">
            <a:extLst>
              <a:ext uri="{FF2B5EF4-FFF2-40B4-BE49-F238E27FC236}">
                <a16:creationId xmlns:a16="http://schemas.microsoft.com/office/drawing/2014/main" id="{B2A75ADF-63ED-611E-A31F-DDCB8F1ADE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44282" y="1661075"/>
            <a:ext cx="2230437" cy="4699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 err="1"/>
              <a:t>대제목</a:t>
            </a:r>
            <a:r>
              <a:rPr lang="ko-KR" altLang="en-US"/>
              <a:t> 입력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4D7246-28B4-684C-801F-8D4384A79843}"/>
              </a:ext>
            </a:extLst>
          </p:cNvPr>
          <p:cNvSpPr txBox="1"/>
          <p:nvPr userDrawn="1"/>
        </p:nvSpPr>
        <p:spPr>
          <a:xfrm>
            <a:off x="9344282" y="1145946"/>
            <a:ext cx="223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200" b="1" spc="300">
                <a:latin typeface="Pretendard" panose="02000503000000020004" pitchFamily="50" charset="-127"/>
                <a:ea typeface="Pretendard" panose="02000503000000020004" pitchFamily="50" charset="-127"/>
                <a:cs typeface="Poppins ExtraBold" pitchFamily="2" charset="0"/>
              </a:rPr>
              <a:t>03</a:t>
            </a:r>
            <a:endParaRPr kumimoji="1" lang="ko-Kore-KR" altLang="en-US" sz="3200" b="1" spc="300">
              <a:latin typeface="Pretendard" panose="02000503000000020004" pitchFamily="50" charset="-127"/>
              <a:ea typeface="Pretendard" panose="02000503000000020004" pitchFamily="50" charset="-127"/>
              <a:cs typeface="Poppins ExtraBold" pitchFamily="2" charset="0"/>
            </a:endParaRPr>
          </a:p>
        </p:txBody>
      </p:sp>
      <p:cxnSp>
        <p:nvCxnSpPr>
          <p:cNvPr id="19" name="직선 연결선[R] 100">
            <a:extLst>
              <a:ext uri="{FF2B5EF4-FFF2-40B4-BE49-F238E27FC236}">
                <a16:creationId xmlns:a16="http://schemas.microsoft.com/office/drawing/2014/main" id="{55B1CEBA-A9F5-13CA-2A04-02AF1FB56D39}"/>
              </a:ext>
            </a:extLst>
          </p:cNvPr>
          <p:cNvCxnSpPr>
            <a:cxnSpLocks/>
          </p:cNvCxnSpPr>
          <p:nvPr userDrawn="1"/>
        </p:nvCxnSpPr>
        <p:spPr>
          <a:xfrm>
            <a:off x="9257922" y="1203106"/>
            <a:ext cx="0" cy="23818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텍스트 개체 틀 3">
            <a:extLst>
              <a:ext uri="{FF2B5EF4-FFF2-40B4-BE49-F238E27FC236}">
                <a16:creationId xmlns:a16="http://schemas.microsoft.com/office/drawing/2014/main" id="{D9097D8C-2709-3F8C-3647-C833CF9DAA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44282" y="2233984"/>
            <a:ext cx="2198687" cy="13509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130000"/>
              </a:lnSpc>
              <a:buClr>
                <a:schemeClr val="bg1">
                  <a:lumMod val="65000"/>
                </a:schemeClr>
              </a:buClr>
              <a:buAutoNum type="arabicPeriod"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08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6C35A9-7426-81F2-A919-40EA8BF299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9" y="1700213"/>
            <a:ext cx="1223764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4773232A-BD6E-C7FB-02D3-515023C6A3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3806799"/>
            <a:ext cx="2807939" cy="1350988"/>
          </a:xfrm>
          <a:prstGeom prst="rect">
            <a:avLst/>
          </a:prstGeom>
        </p:spPr>
        <p:txBody>
          <a:bodyPr anchor="t"/>
          <a:lstStyle>
            <a:lvl1pPr marL="355600" indent="-355600">
              <a:lnSpc>
                <a:spcPct val="130000"/>
              </a:lnSpc>
              <a:buClr>
                <a:schemeClr val="tx1"/>
              </a:buClr>
              <a:buAutoNum type="arabicPeriod"/>
              <a:defRPr sz="16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D66C0433-55EF-7AE7-5089-07DD1F21AA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2492896"/>
            <a:ext cx="10224764" cy="918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간지 내용을 입력하세요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25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6C35A9-7426-81F2-A919-40EA8BF299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9" y="1700213"/>
            <a:ext cx="1223764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4773232A-BD6E-C7FB-02D3-515023C6A3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3806799"/>
            <a:ext cx="2807939" cy="1350988"/>
          </a:xfrm>
          <a:prstGeom prst="rect">
            <a:avLst/>
          </a:prstGeom>
        </p:spPr>
        <p:txBody>
          <a:bodyPr anchor="t"/>
          <a:lstStyle>
            <a:lvl1pPr marL="355600" indent="-355600">
              <a:lnSpc>
                <a:spcPct val="130000"/>
              </a:lnSpc>
              <a:buClr>
                <a:schemeClr val="tx1"/>
              </a:buClr>
              <a:buAutoNum type="arabicPeriod"/>
              <a:defRPr sz="16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lvl="0"/>
            <a:r>
              <a:rPr lang="ko-KR" altLang="en-US">
                <a:latin typeface="Noto Sans KR" panose="020B0500000000000000" pitchFamily="34" charset="-127"/>
                <a:ea typeface="Noto Sans KR" panose="020B0500000000000000" pitchFamily="34" charset="-127"/>
              </a:rPr>
              <a:t>세부 목차</a:t>
            </a:r>
            <a:endParaRPr lang="en-US" altLang="ko-KR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D66C0433-55EF-7AE7-5089-07DD1F21AA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2492896"/>
            <a:ext cx="10224764" cy="918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간지 내용을 입력하세요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654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 본문_기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04DD7A0-9E81-28D8-58D7-A1B4821CBE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376" y="619473"/>
            <a:ext cx="10515600" cy="53226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algn="l" defTabSz="914400" rtl="0" eaLnBrk="1" latinLnBrk="0" hangingPunct="1">
              <a:lnSpc>
                <a:spcPct val="130000"/>
              </a:lnSpc>
              <a:defRPr kumimoji="1" lang="ko-Kore-KR" altLang="en-US" sz="2400" b="1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lang="ko-KR" altLang="en-US"/>
              <a:t>해당 페이지의 가장 핵심적인 내용을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24pt</a:t>
            </a:r>
            <a:endParaRPr kumimoji="1" lang="ko-Kore-KR" alt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DF0EF301-97EB-4174-9EA3-14BC87B836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248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Sample01</a:t>
            </a:r>
            <a:endParaRPr kumimoji="1" lang="ko-Kore-KR" altLang="en-US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57884936-E619-BC19-537A-B19188A506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56440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Sample03</a:t>
            </a:r>
            <a:endParaRPr kumimoji="1" lang="ko-Kore-KR" altLang="en-US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4E819A9-71AD-93ED-BAA6-DE99BF6D9D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92344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Sample02</a:t>
            </a:r>
            <a:endParaRPr kumimoji="1" lang="ko-Kore-KR" altLang="en-US"/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6C0D1678-8C68-DF2D-2788-FCBB8189E0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20536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Sample04</a:t>
            </a:r>
            <a:endParaRPr kumimoji="1" lang="ko-Kore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B8D53F94-69A8-2180-9280-F1ABD8AE44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376" y="330548"/>
            <a:ext cx="6840760" cy="288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kumimoji="1" lang="ko-KR" altLang="en-US"/>
              <a:t>상단 타이틀 </a:t>
            </a:r>
            <a:r>
              <a:rPr kumimoji="1" lang="en-US" altLang="ko-KR"/>
              <a:t>Type A</a:t>
            </a:r>
            <a:endParaRPr kumimoji="1" lang="ko-Kore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20F87ED-C988-A3C8-F056-332380B543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376" y="1195537"/>
            <a:ext cx="10585450" cy="649287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>
              <a:lnSpc>
                <a:spcPct val="130000"/>
              </a:lnSpc>
              <a:buNone/>
              <a:defRPr sz="14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여기에 부가설명을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br>
              <a:rPr lang="en-US" altLang="ko-KR"/>
            </a:br>
            <a:r>
              <a:rPr lang="en-US" altLang="en-US"/>
              <a:t>(</a:t>
            </a:r>
            <a:r>
              <a:rPr lang="ko-KR" altLang="en-US"/>
              <a:t>부가설명 없을 시 삭제 가능하며</a:t>
            </a:r>
            <a:r>
              <a:rPr lang="en-US" altLang="ko-KR"/>
              <a:t>, </a:t>
            </a:r>
            <a:r>
              <a:rPr lang="ko-KR" altLang="en-US"/>
              <a:t>자세한 설명이 필요할 경우 두줄까지 입력 가능합니다</a:t>
            </a:r>
            <a:r>
              <a:rPr lang="en-US" altLang="ko-KR"/>
              <a:t>.)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799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 본문_타이틀 2줄_우측여백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70A24063-22FF-3502-5124-81971451B7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248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Sample01</a:t>
            </a:r>
            <a:endParaRPr kumimoji="1" lang="ko-Kore-KR" altLang="en-US"/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31190102-8B75-1686-A657-BA35E98D1B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56440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Sample03</a:t>
            </a:r>
            <a:endParaRPr kumimoji="1" lang="ko-Kore-KR" altLang="en-US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C1081061-192F-1BF1-A621-8117EAA2A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92344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Sample02</a:t>
            </a:r>
            <a:endParaRPr kumimoji="1" lang="ko-Kore-KR" altLang="en-US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72139C01-C33F-A155-B6F2-F24FD6E940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20536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Sample04</a:t>
            </a:r>
            <a:endParaRPr kumimoji="1" lang="ko-Kore-KR" altLang="en-US"/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8960FB26-C71B-1768-B891-37C364AC28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376" y="330548"/>
            <a:ext cx="6840760" cy="288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kumimoji="1" lang="ko-KR" altLang="en-US"/>
              <a:t>상단 타이틀 </a:t>
            </a:r>
            <a:r>
              <a:rPr kumimoji="1" lang="en-US" altLang="ko-KR"/>
              <a:t>Type A</a:t>
            </a:r>
            <a:endParaRPr kumimoji="1" lang="ko-Kore-KR" altLang="en-US"/>
          </a:p>
        </p:txBody>
      </p:sp>
      <p:sp>
        <p:nvSpPr>
          <p:cNvPr id="3" name="제목 5">
            <a:extLst>
              <a:ext uri="{FF2B5EF4-FFF2-40B4-BE49-F238E27FC236}">
                <a16:creationId xmlns:a16="http://schemas.microsoft.com/office/drawing/2014/main" id="{E1686B89-C5B4-A71A-1288-6285D2829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376" y="619473"/>
            <a:ext cx="5256584" cy="1012393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algn="l" defTabSz="914400" rtl="0" eaLnBrk="1" latinLnBrk="0" hangingPunct="1">
              <a:lnSpc>
                <a:spcPct val="130000"/>
              </a:lnSpc>
              <a:defRPr kumimoji="1" lang="ko-Kore-KR" altLang="en-US" sz="2400" b="1" kern="1200" dirty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lang="ko-KR" altLang="en-US"/>
              <a:t>해당 페이지의 가장 핵심적인 내용을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24pt</a:t>
            </a:r>
            <a:endParaRPr kumimoji="1" lang="ko-Kore-KR" altLang="en-US"/>
          </a:p>
        </p:txBody>
      </p:sp>
      <p:sp>
        <p:nvSpPr>
          <p:cNvPr id="5" name="텍스트 개체 틀 11">
            <a:extLst>
              <a:ext uri="{FF2B5EF4-FFF2-40B4-BE49-F238E27FC236}">
                <a16:creationId xmlns:a16="http://schemas.microsoft.com/office/drawing/2014/main" id="{63F1E3F1-3E26-A4E9-4589-BA8A7F15FA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376" y="1627585"/>
            <a:ext cx="5256584" cy="649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4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여기에 부가설명을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br>
              <a:rPr lang="en-US" altLang="ko-KR"/>
            </a:br>
            <a:r>
              <a:rPr lang="en-US" altLang="en-US"/>
              <a:t>(</a:t>
            </a:r>
            <a:r>
              <a:rPr lang="ko-KR" altLang="en-US"/>
              <a:t>부가설명 없을 시 삭제 가능하며</a:t>
            </a:r>
            <a:r>
              <a:rPr lang="en-US" altLang="ko-KR"/>
              <a:t>, </a:t>
            </a:r>
            <a:r>
              <a:rPr lang="ko-KR" altLang="en-US"/>
              <a:t>자세한 설명이 필요할 경우 두줄까지 입력 가능합니다</a:t>
            </a:r>
            <a:r>
              <a:rPr lang="en-US" altLang="ko-KR"/>
              <a:t>.)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96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 본문_하단그레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B368EF9-FCDA-4EAC-A60B-0F614A287678}"/>
              </a:ext>
            </a:extLst>
          </p:cNvPr>
          <p:cNvSpPr/>
          <p:nvPr userDrawn="1"/>
        </p:nvSpPr>
        <p:spPr>
          <a:xfrm>
            <a:off x="0" y="3606109"/>
            <a:ext cx="12192000" cy="324421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r"/>
            <a:endParaRPr lang="en-US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Open Sans" charset="0"/>
            </a:endParaRPr>
          </a:p>
        </p:txBody>
      </p:sp>
      <p:sp>
        <p:nvSpPr>
          <p:cNvPr id="2" name="제목 5">
            <a:extLst>
              <a:ext uri="{FF2B5EF4-FFF2-40B4-BE49-F238E27FC236}">
                <a16:creationId xmlns:a16="http://schemas.microsoft.com/office/drawing/2014/main" id="{577187E8-229C-00A1-33D6-651E433A5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376" y="619473"/>
            <a:ext cx="10515600" cy="53226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130000"/>
              </a:lnSpc>
              <a:defRPr kumimoji="1" lang="ko-Kore-KR" altLang="en-US" sz="2400" b="1" kern="1200" dirty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lang="ko-KR" altLang="en-US"/>
              <a:t>해당 페이지의 가장 핵심적인 내용을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24pt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CB58F4-B703-F0EC-30A5-562A3B5048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248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Sample01</a:t>
            </a:r>
            <a:endParaRPr kumimoji="1" lang="ko-Kore-KR" altLang="en-US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1FEB1CC6-4717-0D85-E23B-8EB999DE14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56440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Sample03</a:t>
            </a:r>
            <a:endParaRPr kumimoji="1" lang="ko-Kore-KR" alt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B707B89E-F887-2A17-AF53-2972C8DB56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92344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Sample02</a:t>
            </a:r>
            <a:endParaRPr kumimoji="1" lang="ko-Kore-KR" altLang="en-US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6A0CA315-047A-052D-3AB5-327E4BED59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20536" y="332656"/>
            <a:ext cx="786551" cy="2160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cs typeface="Poppins" pitchFamily="2" charset="0"/>
              </a:defRPr>
            </a:lvl1pPr>
          </a:lstStyle>
          <a:p>
            <a:pPr lvl="0"/>
            <a:r>
              <a:rPr kumimoji="1" lang="en-US" altLang="ko-Kore-KR"/>
              <a:t>Sample04</a:t>
            </a:r>
            <a:endParaRPr kumimoji="1" lang="ko-Kore-KR" altLang="en-US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1BC13DB2-C00C-C17D-2835-1EFE2B66B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376" y="330548"/>
            <a:ext cx="6840760" cy="288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1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kumimoji="1" lang="ko-KR" altLang="en-US"/>
              <a:t>상단 타이틀 </a:t>
            </a:r>
            <a:r>
              <a:rPr kumimoji="1" lang="en-US" altLang="ko-KR"/>
              <a:t>Type A</a:t>
            </a:r>
            <a:endParaRPr kumimoji="1" lang="ko-Kore-KR" altLang="en-US"/>
          </a:p>
        </p:txBody>
      </p:sp>
      <p:sp>
        <p:nvSpPr>
          <p:cNvPr id="8" name="텍스트 개체 틀 11">
            <a:extLst>
              <a:ext uri="{FF2B5EF4-FFF2-40B4-BE49-F238E27FC236}">
                <a16:creationId xmlns:a16="http://schemas.microsoft.com/office/drawing/2014/main" id="{221C9D78-B4B8-6EFE-507F-4FADB94767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376" y="1195537"/>
            <a:ext cx="10585450" cy="649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40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여기에 부가설명을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br>
              <a:rPr lang="en-US" altLang="ko-KR"/>
            </a:br>
            <a:r>
              <a:rPr lang="en-US" altLang="en-US"/>
              <a:t>(</a:t>
            </a:r>
            <a:r>
              <a:rPr lang="ko-KR" altLang="en-US"/>
              <a:t>부가설명 없을 시 삭제 가능하며</a:t>
            </a:r>
            <a:r>
              <a:rPr lang="en-US" altLang="ko-KR"/>
              <a:t>, </a:t>
            </a:r>
            <a:r>
              <a:rPr lang="ko-KR" altLang="en-US"/>
              <a:t>자세한 설명이 필요할 경우 두줄까지 입력 가능합니다</a:t>
            </a:r>
            <a:r>
              <a:rPr lang="en-US" altLang="ko-KR"/>
              <a:t>.)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908B58A-CC52-6113-04AE-3EDFB7EB5D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77064" y="6502913"/>
            <a:ext cx="1493955" cy="1871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533730-BCBA-0A1D-A426-D49EA09BA045}"/>
              </a:ext>
            </a:extLst>
          </p:cNvPr>
          <p:cNvSpPr txBox="1"/>
          <p:nvPr userDrawn="1"/>
        </p:nvSpPr>
        <p:spPr>
          <a:xfrm>
            <a:off x="11219340" y="6482520"/>
            <a:ext cx="7813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B8BA4591-2223-F243-AAE2-8EA625C3E567}" type="slidenum">
              <a:rPr kumimoji="1" lang="ko-Kore-KR" altLang="en-US" sz="1050" b="0" i="0" kern="120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‹#›</a:t>
            </a:fld>
            <a:r>
              <a:rPr kumimoji="1" lang="ko-KR" altLang="en-US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 </a:t>
            </a:r>
            <a:r>
              <a:rPr kumimoji="1" lang="en-US" altLang="ko-Kore-KR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/</a:t>
            </a:r>
            <a:r>
              <a:rPr kumimoji="1" lang="ko-KR" altLang="en-US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 </a:t>
            </a:r>
            <a:r>
              <a:rPr kumimoji="1" lang="en-US" altLang="ko-KR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250</a:t>
            </a:r>
            <a:endParaRPr kumimoji="1" lang="ko-Kore-KR" altLang="en-US" sz="1050" b="0" i="0" kern="120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oppi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075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_보고자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501C055E-3634-5E15-74C3-B63C2B17B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422" y="1867236"/>
            <a:ext cx="10027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ko-KR" altLang="en-US" sz="4000" b="1" dirty="0" smtClean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anose="00000500000000000000" pitchFamily="2" charset="0"/>
              </a:defRPr>
            </a:lvl1pPr>
          </a:lstStyle>
          <a:p>
            <a:pPr marL="0" lvl="0" defTabSz="457200"/>
            <a:r>
              <a:rPr lang="ko-KR" altLang="en-US"/>
              <a:t>보고문서 제목을 입력하세요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40pt</a:t>
            </a:r>
            <a:endParaRPr lang="ko-KR" altLang="en-US"/>
          </a:p>
        </p:txBody>
      </p:sp>
      <p:sp>
        <p:nvSpPr>
          <p:cNvPr id="5" name="텍스트 개체 틀 15">
            <a:extLst>
              <a:ext uri="{FF2B5EF4-FFF2-40B4-BE49-F238E27FC236}">
                <a16:creationId xmlns:a16="http://schemas.microsoft.com/office/drawing/2014/main" id="{838EC0A4-944C-FA40-4580-705A047CFC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6588" y="1455508"/>
            <a:ext cx="7129462" cy="36364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부가설명을 입력하세요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ko-KR" altLang="en-US"/>
              <a:t> </a:t>
            </a:r>
            <a:r>
              <a:rPr lang="en-US" altLang="ko-KR"/>
              <a:t>14pt</a:t>
            </a:r>
            <a:endParaRPr lang="ko-KR" altLang="en-US"/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BE09E9F1-9604-2D1B-747F-2682BC38A3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88" y="3209376"/>
            <a:ext cx="7129462" cy="36364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ko-KR" altLang="en-US"/>
              <a:t>부서이름을 입력하세요</a:t>
            </a:r>
            <a:r>
              <a:rPr lang="en-US" altLang="ko-KR"/>
              <a:t>.  |  2024.11.01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A3A38B-C96B-AF01-4FA4-090F2ECD06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45" y="6148124"/>
            <a:ext cx="1430226" cy="18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B7E43F-0E7F-E014-C5A9-5AEB54830D70}"/>
              </a:ext>
            </a:extLst>
          </p:cNvPr>
          <p:cNvSpPr txBox="1"/>
          <p:nvPr userDrawn="1"/>
        </p:nvSpPr>
        <p:spPr>
          <a:xfrm>
            <a:off x="738945" y="6457417"/>
            <a:ext cx="176170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 Medium" panose="00000600000000000000" pitchFamily="2" charset="0"/>
              </a:rPr>
              <a:t>© SHINSEGAE I&amp;C Inc. All Rights Reserved.</a:t>
            </a:r>
            <a:endParaRPr lang="ko-KR" altLang="en-US" sz="7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923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 본문_우측여백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C278E4FF-9765-0482-4A17-D3F31720E3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84979" y="393570"/>
            <a:ext cx="2520280" cy="2901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100" b="1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kumimoji="1" lang="ko-KR" altLang="en-US"/>
              <a:t>상단 타이틀 </a:t>
            </a:r>
            <a:r>
              <a:rPr kumimoji="1" lang="en-US" altLang="ko-KR"/>
              <a:t>Type B</a:t>
            </a:r>
            <a:endParaRPr kumimoji="1" lang="ko-Kore-KR" altLang="en-US"/>
          </a:p>
        </p:txBody>
      </p:sp>
      <p:sp>
        <p:nvSpPr>
          <p:cNvPr id="11" name="제목 5">
            <a:extLst>
              <a:ext uri="{FF2B5EF4-FFF2-40B4-BE49-F238E27FC236}">
                <a16:creationId xmlns:a16="http://schemas.microsoft.com/office/drawing/2014/main" id="{FABE2B2B-D060-545C-A55B-E6ABA1A2A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376" y="272509"/>
            <a:ext cx="6795620" cy="5322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algn="l" defTabSz="914400" rtl="0" eaLnBrk="1" latinLnBrk="0" hangingPunct="1">
              <a:lnSpc>
                <a:spcPct val="130000"/>
              </a:lnSpc>
              <a:defRPr kumimoji="1" lang="ko-Kore-KR" altLang="en-US" sz="2400" b="1" kern="1200" dirty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kumimoji="1" lang="ko-KR" altLang="en-US"/>
              <a:t>타이틀을 작성해 주세요</a:t>
            </a:r>
            <a:r>
              <a:rPr kumimoji="1"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</a:t>
            </a:r>
            <a:r>
              <a:rPr kumimoji="1" lang="en-US" altLang="ko-KR"/>
              <a:t>24pt</a:t>
            </a:r>
            <a:endParaRPr kumimoji="1" lang="ko-Kore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8A96CCD-2229-7E8C-A9AC-DD534D0259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376" y="940588"/>
            <a:ext cx="5256584" cy="649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4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여기에 부가설명을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br>
              <a:rPr lang="en-US" altLang="ko-KR"/>
            </a:br>
            <a:r>
              <a:rPr lang="en-US" altLang="en-US"/>
              <a:t>(</a:t>
            </a:r>
            <a:r>
              <a:rPr lang="ko-KR" altLang="en-US"/>
              <a:t>부가설명 없을 시 삭제 가능하며</a:t>
            </a:r>
            <a:r>
              <a:rPr lang="en-US" altLang="ko-KR"/>
              <a:t>, </a:t>
            </a:r>
            <a:r>
              <a:rPr lang="ko-KR" altLang="en-US"/>
              <a:t>자세한 설명이 필요할 경우 두줄까지 입력 가능합니다</a:t>
            </a:r>
            <a:r>
              <a:rPr lang="en-US" altLang="ko-KR"/>
              <a:t>.)</a:t>
            </a:r>
            <a:endParaRPr lang="ko-KR" altLang="en-US"/>
          </a:p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735588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본문_하단그레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B368EF9-FCDA-4EAC-A60B-0F614A287678}"/>
              </a:ext>
            </a:extLst>
          </p:cNvPr>
          <p:cNvSpPr/>
          <p:nvPr userDrawn="1"/>
        </p:nvSpPr>
        <p:spPr>
          <a:xfrm>
            <a:off x="0" y="3606109"/>
            <a:ext cx="12192000" cy="324421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r"/>
            <a:endParaRPr lang="en-US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Open Sans" charset="0"/>
            </a:endParaRPr>
          </a:p>
        </p:txBody>
      </p:sp>
      <p:sp>
        <p:nvSpPr>
          <p:cNvPr id="10" name="제목 5">
            <a:extLst>
              <a:ext uri="{FF2B5EF4-FFF2-40B4-BE49-F238E27FC236}">
                <a16:creationId xmlns:a16="http://schemas.microsoft.com/office/drawing/2014/main" id="{E696EA8E-7FCC-9541-27A7-A1524A19B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376" y="272509"/>
            <a:ext cx="10515600" cy="53226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algn="l" defTabSz="914400" rtl="0" eaLnBrk="1" latinLnBrk="0" hangingPunct="1">
              <a:lnSpc>
                <a:spcPct val="130000"/>
              </a:lnSpc>
              <a:defRPr kumimoji="1" lang="ko-Kore-KR" altLang="en-US" sz="2400" b="1" kern="1200" dirty="0">
                <a:solidFill>
                  <a:srgbClr val="111D2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kumimoji="1" lang="ko-KR" altLang="en-US"/>
              <a:t>타이틀을 작성해 주세요</a:t>
            </a:r>
            <a:r>
              <a:rPr kumimoji="1" lang="en-US" altLang="ko-KR"/>
              <a:t>. </a:t>
            </a:r>
            <a:r>
              <a:rPr lang="en-US" altLang="ko-KR" err="1"/>
              <a:t>Pretendard</a:t>
            </a:r>
            <a:r>
              <a:rPr kumimoji="1" lang="en-US" altLang="ko-KR"/>
              <a:t> 24pt</a:t>
            </a:r>
            <a:endParaRPr kumimoji="1" lang="ko-Kore-KR" altLang="en-US"/>
          </a:p>
        </p:txBody>
      </p:sp>
      <p:sp>
        <p:nvSpPr>
          <p:cNvPr id="13" name="텍스트 개체 틀 11">
            <a:extLst>
              <a:ext uri="{FF2B5EF4-FFF2-40B4-BE49-F238E27FC236}">
                <a16:creationId xmlns:a16="http://schemas.microsoft.com/office/drawing/2014/main" id="{F2C66F39-1D8D-4BD6-96BC-258351E664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376" y="940588"/>
            <a:ext cx="10585450" cy="649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4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여기에 부가설명을 작성해 주세요</a:t>
            </a:r>
            <a:r>
              <a:rPr lang="en-US" altLang="ko-KR"/>
              <a:t>. </a:t>
            </a:r>
            <a:r>
              <a:rPr lang="en-US" altLang="ko-KR" err="1"/>
              <a:t>Pretendard</a:t>
            </a:r>
            <a:r>
              <a:rPr lang="en-US" altLang="ko-KR"/>
              <a:t> 14pt</a:t>
            </a:r>
            <a:br>
              <a:rPr lang="en-US" altLang="ko-KR"/>
            </a:br>
            <a:r>
              <a:rPr lang="en-US" altLang="en-US"/>
              <a:t>(</a:t>
            </a:r>
            <a:r>
              <a:rPr lang="ko-KR" altLang="en-US"/>
              <a:t>부가설명 없을 시 삭제 가능하며</a:t>
            </a:r>
            <a:r>
              <a:rPr lang="en-US" altLang="ko-KR"/>
              <a:t>, </a:t>
            </a:r>
            <a:r>
              <a:rPr lang="ko-KR" altLang="en-US"/>
              <a:t>자세한 설명이 필요할 경우 두줄까지 입력 가능합니다</a:t>
            </a:r>
            <a:r>
              <a:rPr lang="en-US" altLang="ko-KR"/>
              <a:t>.)</a:t>
            </a:r>
            <a:endParaRPr lang="ko-KR" altLang="en-US"/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0F440388-08AD-183A-220F-D62CE5E049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84979" y="393570"/>
            <a:ext cx="2520280" cy="2901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100" b="1" i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kumimoji="1" lang="ko-KR" altLang="en-US"/>
              <a:t>상단 타이틀 </a:t>
            </a:r>
            <a:r>
              <a:rPr kumimoji="1" lang="en-US" altLang="ko-KR"/>
              <a:t>Type B</a:t>
            </a:r>
            <a:endParaRPr kumimoji="1" lang="ko-Kore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1A76F4C-A7F8-AF11-A747-8DB60A59C5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77064" y="6502913"/>
            <a:ext cx="1493955" cy="1871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0380DE-E6F7-4613-0ADA-FE19C0A99FD0}"/>
              </a:ext>
            </a:extLst>
          </p:cNvPr>
          <p:cNvSpPr txBox="1"/>
          <p:nvPr userDrawn="1"/>
        </p:nvSpPr>
        <p:spPr>
          <a:xfrm>
            <a:off x="11219340" y="6482520"/>
            <a:ext cx="7813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B8BA4591-2223-F243-AAE2-8EA625C3E567}" type="slidenum">
              <a:rPr kumimoji="1" lang="ko-Kore-KR" altLang="en-US" sz="1050" b="0" i="0" kern="120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‹#›</a:t>
            </a:fld>
            <a:r>
              <a:rPr kumimoji="1" lang="ko-KR" altLang="en-US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 </a:t>
            </a:r>
            <a:r>
              <a:rPr kumimoji="1" lang="en-US" altLang="ko-Kore-KR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/</a:t>
            </a:r>
            <a:r>
              <a:rPr kumimoji="1" lang="ko-KR" altLang="en-US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 </a:t>
            </a:r>
            <a:r>
              <a:rPr kumimoji="1" lang="en-US" altLang="ko-KR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236</a:t>
            </a:r>
            <a:endParaRPr kumimoji="1" lang="ko-Kore-KR" altLang="en-US" sz="1050" b="0" i="0" kern="120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oppi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721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668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_컨텍정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FC5340FB-AE8B-7C8F-1239-CBDBB5A63C2E}"/>
              </a:ext>
            </a:extLst>
          </p:cNvPr>
          <p:cNvSpPr>
            <a:spLocks noEditPoints="1"/>
          </p:cNvSpPr>
          <p:nvPr/>
        </p:nvSpPr>
        <p:spPr bwMode="auto">
          <a:xfrm>
            <a:off x="9147400" y="5800399"/>
            <a:ext cx="108975" cy="167405"/>
          </a:xfrm>
          <a:custGeom>
            <a:avLst/>
            <a:gdLst>
              <a:gd name="T0" fmla="*/ 192 w 232"/>
              <a:gd name="T1" fmla="*/ 0 h 392"/>
              <a:gd name="T2" fmla="*/ 40 w 232"/>
              <a:gd name="T3" fmla="*/ 0 h 392"/>
              <a:gd name="T4" fmla="*/ 0 w 232"/>
              <a:gd name="T5" fmla="*/ 40 h 392"/>
              <a:gd name="T6" fmla="*/ 0 w 232"/>
              <a:gd name="T7" fmla="*/ 352 h 392"/>
              <a:gd name="T8" fmla="*/ 40 w 232"/>
              <a:gd name="T9" fmla="*/ 392 h 392"/>
              <a:gd name="T10" fmla="*/ 192 w 232"/>
              <a:gd name="T11" fmla="*/ 392 h 392"/>
              <a:gd name="T12" fmla="*/ 232 w 232"/>
              <a:gd name="T13" fmla="*/ 352 h 392"/>
              <a:gd name="T14" fmla="*/ 232 w 232"/>
              <a:gd name="T15" fmla="*/ 40 h 392"/>
              <a:gd name="T16" fmla="*/ 192 w 232"/>
              <a:gd name="T17" fmla="*/ 0 h 392"/>
              <a:gd name="T18" fmla="*/ 116 w 232"/>
              <a:gd name="T19" fmla="*/ 376 h 392"/>
              <a:gd name="T20" fmla="*/ 88 w 232"/>
              <a:gd name="T21" fmla="*/ 356 h 392"/>
              <a:gd name="T22" fmla="*/ 116 w 232"/>
              <a:gd name="T23" fmla="*/ 336 h 392"/>
              <a:gd name="T24" fmla="*/ 144 w 232"/>
              <a:gd name="T25" fmla="*/ 356 h 392"/>
              <a:gd name="T26" fmla="*/ 116 w 232"/>
              <a:gd name="T27" fmla="*/ 376 h 392"/>
              <a:gd name="T28" fmla="*/ 200 w 232"/>
              <a:gd name="T29" fmla="*/ 316 h 392"/>
              <a:gd name="T30" fmla="*/ 32 w 232"/>
              <a:gd name="T31" fmla="*/ 316 h 392"/>
              <a:gd name="T32" fmla="*/ 32 w 232"/>
              <a:gd name="T33" fmla="*/ 52 h 392"/>
              <a:gd name="T34" fmla="*/ 200 w 232"/>
              <a:gd name="T35" fmla="*/ 52 h 392"/>
              <a:gd name="T36" fmla="*/ 200 w 232"/>
              <a:gd name="T37" fmla="*/ 316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2" h="392">
                <a:moveTo>
                  <a:pt x="192" y="0"/>
                </a:moveTo>
                <a:cubicBezTo>
                  <a:pt x="40" y="0"/>
                  <a:pt x="40" y="0"/>
                  <a:pt x="40" y="0"/>
                </a:cubicBezTo>
                <a:cubicBezTo>
                  <a:pt x="18" y="0"/>
                  <a:pt x="0" y="18"/>
                  <a:pt x="0" y="40"/>
                </a:cubicBezTo>
                <a:cubicBezTo>
                  <a:pt x="0" y="352"/>
                  <a:pt x="0" y="352"/>
                  <a:pt x="0" y="352"/>
                </a:cubicBezTo>
                <a:cubicBezTo>
                  <a:pt x="0" y="374"/>
                  <a:pt x="18" y="392"/>
                  <a:pt x="40" y="392"/>
                </a:cubicBezTo>
                <a:cubicBezTo>
                  <a:pt x="192" y="392"/>
                  <a:pt x="192" y="392"/>
                  <a:pt x="192" y="392"/>
                </a:cubicBezTo>
                <a:cubicBezTo>
                  <a:pt x="214" y="392"/>
                  <a:pt x="232" y="374"/>
                  <a:pt x="232" y="352"/>
                </a:cubicBezTo>
                <a:cubicBezTo>
                  <a:pt x="232" y="40"/>
                  <a:pt x="232" y="40"/>
                  <a:pt x="232" y="40"/>
                </a:cubicBezTo>
                <a:cubicBezTo>
                  <a:pt x="232" y="18"/>
                  <a:pt x="214" y="0"/>
                  <a:pt x="192" y="0"/>
                </a:cubicBezTo>
                <a:close/>
                <a:moveTo>
                  <a:pt x="116" y="376"/>
                </a:moveTo>
                <a:cubicBezTo>
                  <a:pt x="101" y="376"/>
                  <a:pt x="88" y="367"/>
                  <a:pt x="88" y="356"/>
                </a:cubicBezTo>
                <a:cubicBezTo>
                  <a:pt x="88" y="345"/>
                  <a:pt x="101" y="336"/>
                  <a:pt x="116" y="336"/>
                </a:cubicBezTo>
                <a:cubicBezTo>
                  <a:pt x="131" y="336"/>
                  <a:pt x="144" y="345"/>
                  <a:pt x="144" y="356"/>
                </a:cubicBezTo>
                <a:cubicBezTo>
                  <a:pt x="144" y="367"/>
                  <a:pt x="131" y="376"/>
                  <a:pt x="116" y="376"/>
                </a:cubicBezTo>
                <a:close/>
                <a:moveTo>
                  <a:pt x="200" y="316"/>
                </a:moveTo>
                <a:cubicBezTo>
                  <a:pt x="32" y="316"/>
                  <a:pt x="32" y="316"/>
                  <a:pt x="32" y="316"/>
                </a:cubicBezTo>
                <a:cubicBezTo>
                  <a:pt x="32" y="52"/>
                  <a:pt x="32" y="52"/>
                  <a:pt x="32" y="52"/>
                </a:cubicBezTo>
                <a:cubicBezTo>
                  <a:pt x="200" y="52"/>
                  <a:pt x="200" y="52"/>
                  <a:pt x="200" y="52"/>
                </a:cubicBezTo>
                <a:lnTo>
                  <a:pt x="200" y="31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B5FAB8B-611D-0FA7-6074-31903D265C6A}"/>
              </a:ext>
            </a:extLst>
          </p:cNvPr>
          <p:cNvSpPr>
            <a:spLocks noEditPoints="1"/>
          </p:cNvSpPr>
          <p:nvPr/>
        </p:nvSpPr>
        <p:spPr bwMode="auto">
          <a:xfrm>
            <a:off x="9125992" y="6105201"/>
            <a:ext cx="151790" cy="113986"/>
          </a:xfrm>
          <a:custGeom>
            <a:avLst/>
            <a:gdLst>
              <a:gd name="T0" fmla="*/ 19 w 374"/>
              <a:gd name="T1" fmla="*/ 22 h 232"/>
              <a:gd name="T2" fmla="*/ 169 w 374"/>
              <a:gd name="T3" fmla="*/ 102 h 232"/>
              <a:gd name="T4" fmla="*/ 187 w 374"/>
              <a:gd name="T5" fmla="*/ 106 h 232"/>
              <a:gd name="T6" fmla="*/ 205 w 374"/>
              <a:gd name="T7" fmla="*/ 102 h 232"/>
              <a:gd name="T8" fmla="*/ 355 w 374"/>
              <a:gd name="T9" fmla="*/ 22 h 232"/>
              <a:gd name="T10" fmla="*/ 356 w 374"/>
              <a:gd name="T11" fmla="*/ 0 h 232"/>
              <a:gd name="T12" fmla="*/ 18 w 374"/>
              <a:gd name="T13" fmla="*/ 0 h 232"/>
              <a:gd name="T14" fmla="*/ 19 w 374"/>
              <a:gd name="T15" fmla="*/ 22 h 232"/>
              <a:gd name="T16" fmla="*/ 359 w 374"/>
              <a:gd name="T17" fmla="*/ 62 h 232"/>
              <a:gd name="T18" fmla="*/ 205 w 374"/>
              <a:gd name="T19" fmla="*/ 142 h 232"/>
              <a:gd name="T20" fmla="*/ 187 w 374"/>
              <a:gd name="T21" fmla="*/ 146 h 232"/>
              <a:gd name="T22" fmla="*/ 169 w 374"/>
              <a:gd name="T23" fmla="*/ 142 h 232"/>
              <a:gd name="T24" fmla="*/ 15 w 374"/>
              <a:gd name="T25" fmla="*/ 62 h 232"/>
              <a:gd name="T26" fmla="*/ 7 w 374"/>
              <a:gd name="T27" fmla="*/ 66 h 232"/>
              <a:gd name="T28" fmla="*/ 7 w 374"/>
              <a:gd name="T29" fmla="*/ 213 h 232"/>
              <a:gd name="T30" fmla="*/ 27 w 374"/>
              <a:gd name="T31" fmla="*/ 232 h 232"/>
              <a:gd name="T32" fmla="*/ 347 w 374"/>
              <a:gd name="T33" fmla="*/ 232 h 232"/>
              <a:gd name="T34" fmla="*/ 367 w 374"/>
              <a:gd name="T35" fmla="*/ 213 h 232"/>
              <a:gd name="T36" fmla="*/ 367 w 374"/>
              <a:gd name="T37" fmla="*/ 66 h 232"/>
              <a:gd name="T38" fmla="*/ 359 w 374"/>
              <a:gd name="T39" fmla="*/ 6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74" h="232">
                <a:moveTo>
                  <a:pt x="19" y="22"/>
                </a:moveTo>
                <a:cubicBezTo>
                  <a:pt x="28" y="27"/>
                  <a:pt x="164" y="99"/>
                  <a:pt x="169" y="102"/>
                </a:cubicBezTo>
                <a:cubicBezTo>
                  <a:pt x="174" y="105"/>
                  <a:pt x="180" y="106"/>
                  <a:pt x="187" y="106"/>
                </a:cubicBezTo>
                <a:cubicBezTo>
                  <a:pt x="193" y="106"/>
                  <a:pt x="200" y="105"/>
                  <a:pt x="205" y="102"/>
                </a:cubicBezTo>
                <a:cubicBezTo>
                  <a:pt x="210" y="99"/>
                  <a:pt x="345" y="27"/>
                  <a:pt x="355" y="22"/>
                </a:cubicBezTo>
                <a:cubicBezTo>
                  <a:pt x="365" y="16"/>
                  <a:pt x="374" y="0"/>
                  <a:pt x="356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9" y="16"/>
                  <a:pt x="19" y="22"/>
                </a:cubicBezTo>
                <a:close/>
                <a:moveTo>
                  <a:pt x="359" y="62"/>
                </a:moveTo>
                <a:cubicBezTo>
                  <a:pt x="348" y="67"/>
                  <a:pt x="212" y="139"/>
                  <a:pt x="205" y="142"/>
                </a:cubicBezTo>
                <a:cubicBezTo>
                  <a:pt x="198" y="146"/>
                  <a:pt x="193" y="146"/>
                  <a:pt x="187" y="146"/>
                </a:cubicBezTo>
                <a:cubicBezTo>
                  <a:pt x="180" y="146"/>
                  <a:pt x="175" y="146"/>
                  <a:pt x="169" y="142"/>
                </a:cubicBezTo>
                <a:cubicBezTo>
                  <a:pt x="162" y="139"/>
                  <a:pt x="26" y="67"/>
                  <a:pt x="15" y="62"/>
                </a:cubicBezTo>
                <a:cubicBezTo>
                  <a:pt x="7" y="58"/>
                  <a:pt x="7" y="62"/>
                  <a:pt x="7" y="66"/>
                </a:cubicBezTo>
                <a:cubicBezTo>
                  <a:pt x="7" y="70"/>
                  <a:pt x="7" y="213"/>
                  <a:pt x="7" y="213"/>
                </a:cubicBezTo>
                <a:cubicBezTo>
                  <a:pt x="7" y="221"/>
                  <a:pt x="18" y="232"/>
                  <a:pt x="27" y="232"/>
                </a:cubicBezTo>
                <a:cubicBezTo>
                  <a:pt x="347" y="232"/>
                  <a:pt x="347" y="232"/>
                  <a:pt x="347" y="232"/>
                </a:cubicBezTo>
                <a:cubicBezTo>
                  <a:pt x="356" y="232"/>
                  <a:pt x="367" y="221"/>
                  <a:pt x="367" y="213"/>
                </a:cubicBezTo>
                <a:cubicBezTo>
                  <a:pt x="367" y="213"/>
                  <a:pt x="367" y="70"/>
                  <a:pt x="367" y="66"/>
                </a:cubicBezTo>
                <a:cubicBezTo>
                  <a:pt x="367" y="62"/>
                  <a:pt x="367" y="58"/>
                  <a:pt x="359" y="62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2" name="Straight Connector 15">
            <a:extLst>
              <a:ext uri="{FF2B5EF4-FFF2-40B4-BE49-F238E27FC236}">
                <a16:creationId xmlns:a16="http://schemas.microsoft.com/office/drawing/2014/main" id="{2E44D54A-4FC8-6338-DF6A-654E84E706CC}"/>
              </a:ext>
            </a:extLst>
          </p:cNvPr>
          <p:cNvCxnSpPr>
            <a:cxnSpLocks/>
          </p:cNvCxnSpPr>
          <p:nvPr userDrawn="1"/>
        </p:nvCxnSpPr>
        <p:spPr>
          <a:xfrm>
            <a:off x="9006137" y="5426798"/>
            <a:ext cx="0" cy="8474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97C3A6F-E68E-D626-13A0-2CFA5971EF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6137" y="5426798"/>
            <a:ext cx="2634479" cy="23620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 b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en-US" altLang="ko-KR" err="1"/>
              <a:t>ooooo</a:t>
            </a:r>
            <a:r>
              <a:rPr lang="en-US" altLang="ko-KR"/>
              <a:t> </a:t>
            </a:r>
            <a:r>
              <a:rPr lang="ko-KR" altLang="en-US"/>
              <a:t>사업팀</a:t>
            </a:r>
            <a:r>
              <a:rPr lang="en-US" altLang="ko-KR"/>
              <a:t> | </a:t>
            </a:r>
            <a:r>
              <a:rPr lang="ko-KR" altLang="en-US"/>
              <a:t>홍길동 부장</a:t>
            </a:r>
          </a:p>
        </p:txBody>
      </p:sp>
      <p:sp>
        <p:nvSpPr>
          <p:cNvPr id="22" name="텍스트 개체 틀 20">
            <a:extLst>
              <a:ext uri="{FF2B5EF4-FFF2-40B4-BE49-F238E27FC236}">
                <a16:creationId xmlns:a16="http://schemas.microsoft.com/office/drawing/2014/main" id="{52F6A2CD-9215-FF2B-EFC0-BB812944C4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36334" y="5775841"/>
            <a:ext cx="2304282" cy="21652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010.1234.5678</a:t>
            </a:r>
            <a:endParaRPr lang="ko-KR" altLang="en-US"/>
          </a:p>
        </p:txBody>
      </p:sp>
      <p:sp>
        <p:nvSpPr>
          <p:cNvPr id="23" name="텍스트 개체 틀 20">
            <a:extLst>
              <a:ext uri="{FF2B5EF4-FFF2-40B4-BE49-F238E27FC236}">
                <a16:creationId xmlns:a16="http://schemas.microsoft.com/office/drawing/2014/main" id="{AFF68C53-54D5-32FA-B6F0-EE00D73657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6334" y="6053934"/>
            <a:ext cx="2304282" cy="21652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sales@shinsegae.com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9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7BA8361-C3D5-141A-DBF2-9F8804A48E35}"/>
              </a:ext>
            </a:extLst>
          </p:cNvPr>
          <p:cNvSpPr/>
          <p:nvPr userDrawn="1"/>
        </p:nvSpPr>
        <p:spPr>
          <a:xfrm>
            <a:off x="762" y="0"/>
            <a:ext cx="12192000" cy="6857571"/>
          </a:xfrm>
          <a:prstGeom prst="rect">
            <a:avLst/>
          </a:prstGeom>
          <a:gradFill flip="none" rotWithShape="1">
            <a:gsLst>
              <a:gs pos="0">
                <a:srgbClr val="EDEDED"/>
              </a:gs>
              <a:gs pos="50000">
                <a:srgbClr val="F5F5F5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8" name="사다리꼴 7">
            <a:extLst>
              <a:ext uri="{FF2B5EF4-FFF2-40B4-BE49-F238E27FC236}">
                <a16:creationId xmlns:a16="http://schemas.microsoft.com/office/drawing/2014/main" id="{1850F572-81CA-D130-BFD2-016B793F3DFC}"/>
              </a:ext>
            </a:extLst>
          </p:cNvPr>
          <p:cNvSpPr/>
          <p:nvPr userDrawn="1"/>
        </p:nvSpPr>
        <p:spPr>
          <a:xfrm rot="16200000">
            <a:off x="4067174" y="-1502270"/>
            <a:ext cx="4057649" cy="12191997"/>
          </a:xfrm>
          <a:prstGeom prst="trapezoid">
            <a:avLst>
              <a:gd name="adj" fmla="val 3788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567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46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A19F7F7-1702-1A5F-44D4-E6D22C202511}"/>
              </a:ext>
            </a:extLst>
          </p:cNvPr>
          <p:cNvSpPr/>
          <p:nvPr userDrawn="1"/>
        </p:nvSpPr>
        <p:spPr>
          <a:xfrm>
            <a:off x="762" y="0"/>
            <a:ext cx="12192000" cy="6857571"/>
          </a:xfrm>
          <a:prstGeom prst="rect">
            <a:avLst/>
          </a:prstGeom>
          <a:gradFill flip="none" rotWithShape="1">
            <a:gsLst>
              <a:gs pos="0">
                <a:srgbClr val="EDEDED"/>
              </a:gs>
              <a:gs pos="50000">
                <a:srgbClr val="F5F5F5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7" name="직각 삼각형[R] 6">
            <a:extLst>
              <a:ext uri="{FF2B5EF4-FFF2-40B4-BE49-F238E27FC236}">
                <a16:creationId xmlns:a16="http://schemas.microsoft.com/office/drawing/2014/main" id="{CDC2869B-A616-0198-F72E-94732ED5B182}"/>
              </a:ext>
            </a:extLst>
          </p:cNvPr>
          <p:cNvSpPr/>
          <p:nvPr userDrawn="1"/>
        </p:nvSpPr>
        <p:spPr>
          <a:xfrm>
            <a:off x="0" y="3356992"/>
            <a:ext cx="12203194" cy="1800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2A72CF-B3DD-1A19-CAD6-5FF72DE10C5B}"/>
              </a:ext>
            </a:extLst>
          </p:cNvPr>
          <p:cNvSpPr/>
          <p:nvPr userDrawn="1"/>
        </p:nvSpPr>
        <p:spPr>
          <a:xfrm>
            <a:off x="0" y="5157192"/>
            <a:ext cx="12192000" cy="17008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5507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01" r:id="rId2"/>
    <p:sldLayoutId id="2147483804" r:id="rId3"/>
    <p:sldLayoutId id="2147483805" r:id="rId4"/>
    <p:sldLayoutId id="214748380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393ECD4-AE8E-E069-8676-ACB6649173C4}"/>
              </a:ext>
            </a:extLst>
          </p:cNvPr>
          <p:cNvSpPr/>
          <p:nvPr userDrawn="1"/>
        </p:nvSpPr>
        <p:spPr>
          <a:xfrm>
            <a:off x="0" y="0"/>
            <a:ext cx="12192000" cy="6857571"/>
          </a:xfrm>
          <a:prstGeom prst="rect">
            <a:avLst/>
          </a:prstGeom>
          <a:gradFill flip="none" rotWithShape="1">
            <a:gsLst>
              <a:gs pos="0">
                <a:srgbClr val="EEEEEE"/>
              </a:gs>
              <a:gs pos="100000">
                <a:srgbClr val="EEEE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8" name="제목 123">
            <a:extLst>
              <a:ext uri="{FF2B5EF4-FFF2-40B4-BE49-F238E27FC236}">
                <a16:creationId xmlns:a16="http://schemas.microsoft.com/office/drawing/2014/main" id="{87588EB2-9522-EA82-4CDD-503E9D9D7905}"/>
              </a:ext>
            </a:extLst>
          </p:cNvPr>
          <p:cNvSpPr txBox="1">
            <a:spLocks/>
          </p:cNvSpPr>
          <p:nvPr userDrawn="1"/>
        </p:nvSpPr>
        <p:spPr>
          <a:xfrm>
            <a:off x="479376" y="476672"/>
            <a:ext cx="2880320" cy="93610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kumimoji="1" lang="ko-Kore-KR" altLang="en-US" sz="2400" b="1" kern="1200" dirty="0">
                <a:solidFill>
                  <a:srgbClr val="111D2A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lang="en-US" altLang="ko-Kore-KR" sz="3200">
                <a:latin typeface="Pretendard" panose="02000503000000020004" pitchFamily="50" charset="-127"/>
                <a:ea typeface="Pretendard" panose="02000503000000020004" pitchFamily="50" charset="-127"/>
                <a:cs typeface="Poppins ExtraBold" panose="00000900000000000000" pitchFamily="2" charset="0"/>
              </a:rPr>
              <a:t>Contents</a:t>
            </a:r>
            <a:endParaRPr lang="en-US" sz="3200">
              <a:latin typeface="Pretendard" panose="02000503000000020004" pitchFamily="50" charset="-127"/>
              <a:ea typeface="Pretendard" panose="02000503000000020004" pitchFamily="50" charset="-127"/>
              <a:cs typeface="Poppins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49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57" r:id="rId2"/>
    <p:sldLayoutId id="2147483761" r:id="rId3"/>
    <p:sldLayoutId id="2147483760" r:id="rId4"/>
    <p:sldLayoutId id="2147483758" r:id="rId5"/>
    <p:sldLayoutId id="2147483799" r:id="rId6"/>
    <p:sldLayoutId id="2147483803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06F1AB7-AB3F-AD86-6D79-4AE12C86289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391322" y="6469757"/>
            <a:ext cx="1493955" cy="18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4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7" r:id="rId2"/>
    <p:sldLayoutId id="2147483723" r:id="rId3"/>
    <p:sldLayoutId id="214748380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500000000000000" pitchFamily="34" charset="-12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500000000000000" pitchFamily="34" charset="-12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500000000000000" pitchFamily="34" charset="-12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500000000000000" pitchFamily="34" charset="-12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500000000000000" pitchFamily="34" charset="-12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500000000000000" pitchFamily="34" charset="-12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5018B9D8-34DE-52C1-43CD-668C3098F46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577064" y="6502913"/>
            <a:ext cx="1493955" cy="1871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8F74931-4E0F-AFB2-7040-B036948FB17E}"/>
              </a:ext>
            </a:extLst>
          </p:cNvPr>
          <p:cNvSpPr txBox="1"/>
          <p:nvPr userDrawn="1"/>
        </p:nvSpPr>
        <p:spPr>
          <a:xfrm>
            <a:off x="11219340" y="6482520"/>
            <a:ext cx="7813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B8BA4591-2223-F243-AAE2-8EA625C3E567}" type="slidenum">
              <a:rPr kumimoji="1" lang="ko-Kore-KR" altLang="en-US" sz="1050" b="0" i="0" kern="120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‹#›</a:t>
            </a:fld>
            <a:r>
              <a:rPr kumimoji="1" lang="ko-KR" altLang="en-US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 </a:t>
            </a:r>
            <a:r>
              <a:rPr kumimoji="1" lang="en-US" altLang="ko-Kore-KR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/</a:t>
            </a:r>
            <a:r>
              <a:rPr kumimoji="1" lang="ko-KR" altLang="en-US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 </a:t>
            </a:r>
            <a:r>
              <a:rPr kumimoji="1" lang="en-US" altLang="ko-KR" sz="1050" b="0" i="0" kern="120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" pitchFamily="2" charset="0"/>
              </a:rPr>
              <a:t>250</a:t>
            </a:r>
            <a:endParaRPr kumimoji="1" lang="ko-Kore-KR" altLang="en-US" sz="1050" b="0" i="0" kern="120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oppi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67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6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6C97110-5F1C-1FB7-BAC2-8224A6860F33}"/>
              </a:ext>
            </a:extLst>
          </p:cNvPr>
          <p:cNvSpPr/>
          <p:nvPr userDrawn="1"/>
        </p:nvSpPr>
        <p:spPr>
          <a:xfrm>
            <a:off x="762" y="0"/>
            <a:ext cx="12192000" cy="6857571"/>
          </a:xfrm>
          <a:prstGeom prst="rect">
            <a:avLst/>
          </a:prstGeom>
          <a:gradFill flip="none" rotWithShape="1">
            <a:gsLst>
              <a:gs pos="0">
                <a:srgbClr val="EDEDED"/>
              </a:gs>
              <a:gs pos="50000">
                <a:srgbClr val="F5F5F5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8" name="사다리꼴 7">
            <a:extLst>
              <a:ext uri="{FF2B5EF4-FFF2-40B4-BE49-F238E27FC236}">
                <a16:creationId xmlns:a16="http://schemas.microsoft.com/office/drawing/2014/main" id="{87A49BC9-0AF4-62FD-7B5D-221449E22608}"/>
              </a:ext>
            </a:extLst>
          </p:cNvPr>
          <p:cNvSpPr/>
          <p:nvPr userDrawn="1"/>
        </p:nvSpPr>
        <p:spPr>
          <a:xfrm rot="16200000">
            <a:off x="4067176" y="-4067174"/>
            <a:ext cx="4057649" cy="12191997"/>
          </a:xfrm>
          <a:prstGeom prst="trapezoid">
            <a:avLst>
              <a:gd name="adj" fmla="val 3788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DED62A-CBB0-4642-82E0-DF8D6EDF5F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45" y="5469165"/>
            <a:ext cx="1430226" cy="18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42482D-3082-A35C-56E4-69E10A6B2038}"/>
              </a:ext>
            </a:extLst>
          </p:cNvPr>
          <p:cNvSpPr txBox="1"/>
          <p:nvPr userDrawn="1"/>
        </p:nvSpPr>
        <p:spPr>
          <a:xfrm>
            <a:off x="738945" y="5785781"/>
            <a:ext cx="3302186" cy="5386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 Medium" panose="00000600000000000000" pitchFamily="2" charset="0"/>
              </a:rPr>
              <a:t>The content and the design of the document are subject to copyright.</a:t>
            </a:r>
          </a:p>
          <a:p>
            <a:pPr algn="l"/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 Medium" panose="00000600000000000000" pitchFamily="2" charset="0"/>
              </a:rPr>
              <a:t>Therefore, the content and the design shall not be duplicated or used in any form</a:t>
            </a:r>
          </a:p>
          <a:p>
            <a:pPr algn="l"/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 Medium" panose="00000600000000000000" pitchFamily="2" charset="0"/>
              </a:rPr>
              <a:t>which is not in compliance with legal stipulations without our prior written consent.</a:t>
            </a:r>
          </a:p>
          <a:p>
            <a:pPr algn="l"/>
            <a:endParaRPr lang="en-US" altLang="ko-KR" sz="7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oppins Medium" panose="00000600000000000000" pitchFamily="2" charset="0"/>
            </a:endParaRPr>
          </a:p>
          <a:p>
            <a:pPr algn="l"/>
            <a:r>
              <a:rPr lang="en-US" altLang="ko-KR" sz="7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oppins Medium" panose="00000600000000000000" pitchFamily="2" charset="0"/>
              </a:rPr>
              <a:t>© SHINSEGAE I&amp;C Inc. All Rights Reserved.</a:t>
            </a:r>
            <a:endParaRPr lang="ko-KR" altLang="en-US" sz="7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61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48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BA92E-4144-DDC7-9DAD-D87A372A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CACD3A-0D2B-6866-1BC9-BEEADB226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447588"/>
              </p:ext>
            </p:extLst>
          </p:nvPr>
        </p:nvGraphicFramePr>
        <p:xfrm>
          <a:off x="983431" y="846120"/>
          <a:ext cx="9684567" cy="2664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9658">
                  <a:extLst>
                    <a:ext uri="{9D8B030D-6E8A-4147-A177-3AD203B41FA5}">
                      <a16:colId xmlns:a16="http://schemas.microsoft.com/office/drawing/2014/main" val="2161937256"/>
                    </a:ext>
                  </a:extLst>
                </a:gridCol>
                <a:gridCol w="4766511">
                  <a:extLst>
                    <a:ext uri="{9D8B030D-6E8A-4147-A177-3AD203B41FA5}">
                      <a16:colId xmlns:a16="http://schemas.microsoft.com/office/drawing/2014/main" val="669875872"/>
                    </a:ext>
                  </a:extLst>
                </a:gridCol>
                <a:gridCol w="2438398">
                  <a:extLst>
                    <a:ext uri="{9D8B030D-6E8A-4147-A177-3AD203B41FA5}">
                      <a16:colId xmlns:a16="http://schemas.microsoft.com/office/drawing/2014/main" val="2131771587"/>
                    </a:ext>
                  </a:extLst>
                </a:gridCol>
              </a:tblGrid>
              <a:tr h="333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확정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+mn-cs"/>
                        </a:rPr>
                        <a:t>운영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694456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kern="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검토 대상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kern="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기본권한 제외</a:t>
                      </a:r>
                      <a:r>
                        <a:rPr lang="en-US" altLang="ko-KR" sz="1100" kern="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kern="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일반권한 및 특수권한 대상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kern="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지침상 분기별 검토 대상 명확화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889019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kern="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대상 시스템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SAP,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영업포탈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구매포탈</a:t>
                      </a:r>
                      <a:endParaRPr lang="ko-KR" altLang="en-US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IAM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권한 신청 대상 시스템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262213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대상자 범위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재직자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휴직자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부서이동자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외부인력 및 협력사 계정 포함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권한 잔존 리스크 점검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610855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검토 기준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업무 필요성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조직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/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직무 적합성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SOD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충돌 여부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특수권한 보유 사유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부서별 판단 기준 표준화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361228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일정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분기 종료 후 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7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일 이후 리스트 추출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→ 관리부서 검토 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+5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영업일 </a:t>
                      </a:r>
                      <a:endParaRPr lang="en-US" altLang="ko-KR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→ 부적절 권한 보유자 내용 공유 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+3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영업일 </a:t>
                      </a:r>
                      <a:endParaRPr lang="en-US" altLang="ko-KR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→ 회수 통보 후 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7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일 이후 강제 회수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분기별 운영 일정 표준화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075230"/>
                  </a:ext>
                </a:extLst>
              </a:tr>
            </a:tbl>
          </a:graphicData>
        </a:graphic>
      </p:graphicFrame>
      <p:sp>
        <p:nvSpPr>
          <p:cNvPr id="35" name="텍스트 개체 틀 6">
            <a:extLst>
              <a:ext uri="{FF2B5EF4-FFF2-40B4-BE49-F238E27FC236}">
                <a16:creationId xmlns:a16="http://schemas.microsoft.com/office/drawing/2014/main" id="{0255C54E-4952-C9FD-E593-1A1C8ED89319}"/>
              </a:ext>
            </a:extLst>
          </p:cNvPr>
          <p:cNvSpPr txBox="1">
            <a:spLocks/>
          </p:cNvSpPr>
          <p:nvPr/>
        </p:nvSpPr>
        <p:spPr>
          <a:xfrm>
            <a:off x="479376" y="175171"/>
            <a:ext cx="6840760" cy="288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1" i="0" kern="12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oto Sans KR" panose="020B0500000000000000" pitchFamily="34" charset="-12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oto Sans KR" panose="020B0500000000000000" pitchFamily="34" charset="-12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oto Sans KR" panose="020B0500000000000000" pitchFamily="34" charset="-12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oto Sans KR" panose="020B0500000000000000" pitchFamily="34" charset="-12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자동화를 위한 업무 기준 정비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304ED54-A4A2-3B75-E052-0BE7C0410E58}"/>
              </a:ext>
            </a:extLst>
          </p:cNvPr>
          <p:cNvSpPr txBox="1">
            <a:spLocks/>
          </p:cNvSpPr>
          <p:nvPr/>
        </p:nvSpPr>
        <p:spPr>
          <a:xfrm>
            <a:off x="479376" y="375196"/>
            <a:ext cx="10515600" cy="45467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kumimoji="1" lang="ko-Kore-KR" altLang="en-US" sz="2400" b="1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kumimoji="0" lang="ko-KR" sz="2000">
                <a:solidFill>
                  <a:srgbClr val="121D2A"/>
                </a:solidFill>
              </a:rPr>
              <a:t>■ </a:t>
            </a:r>
            <a:r>
              <a:rPr kumimoji="0" lang="ko-KR" altLang="en-US" sz="2000">
                <a:solidFill>
                  <a:srgbClr val="121D2A"/>
                </a:solidFill>
              </a:rPr>
              <a:t>주요 기준</a:t>
            </a:r>
            <a:endParaRPr kumimoji="0" lang="en-US" altLang="ko-KR" sz="2000" dirty="0">
              <a:solidFill>
                <a:srgbClr val="121D2A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0EEF105-63AE-BC8C-C315-02D40794E285}"/>
              </a:ext>
            </a:extLst>
          </p:cNvPr>
          <p:cNvSpPr txBox="1">
            <a:spLocks/>
          </p:cNvSpPr>
          <p:nvPr/>
        </p:nvSpPr>
        <p:spPr>
          <a:xfrm>
            <a:off x="479376" y="3525948"/>
            <a:ext cx="10515600" cy="45467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kumimoji="1" lang="ko-Kore-KR" altLang="en-US" sz="2400" b="1" kern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+mn-cs"/>
              </a:defRPr>
            </a:lvl1pPr>
          </a:lstStyle>
          <a:p>
            <a:r>
              <a:rPr kumimoji="0" lang="ko-KR" sz="2000" dirty="0">
                <a:solidFill>
                  <a:srgbClr val="121D2A"/>
                </a:solidFill>
              </a:rPr>
              <a:t>■ </a:t>
            </a:r>
            <a:r>
              <a:rPr kumimoji="0" lang="ko-KR" altLang="en-US" sz="2000" dirty="0">
                <a:solidFill>
                  <a:srgbClr val="121D2A"/>
                </a:solidFill>
              </a:rPr>
              <a:t>부서별 </a:t>
            </a:r>
            <a:r>
              <a:rPr kumimoji="0" lang="en-US" altLang="ko-KR" sz="2000" dirty="0">
                <a:solidFill>
                  <a:srgbClr val="121D2A"/>
                </a:solidFill>
              </a:rPr>
              <a:t>R&amp;R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A9E9C0E-F5AE-E50E-28F2-DE84F0933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940721"/>
              </p:ext>
            </p:extLst>
          </p:nvPr>
        </p:nvGraphicFramePr>
        <p:xfrm>
          <a:off x="983432" y="3977160"/>
          <a:ext cx="9684568" cy="2345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9990">
                  <a:extLst>
                    <a:ext uri="{9D8B030D-6E8A-4147-A177-3AD203B41FA5}">
                      <a16:colId xmlns:a16="http://schemas.microsoft.com/office/drawing/2014/main" val="2161937256"/>
                    </a:ext>
                  </a:extLst>
                </a:gridCol>
                <a:gridCol w="7184578">
                  <a:extLst>
                    <a:ext uri="{9D8B030D-6E8A-4147-A177-3AD203B41FA5}">
                      <a16:colId xmlns:a16="http://schemas.microsoft.com/office/drawing/2014/main" val="669875872"/>
                    </a:ext>
                  </a:extLst>
                </a:gridCol>
              </a:tblGrid>
              <a:tr h="333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>
                          <a:solidFill>
                            <a:schemeClr val="bg1"/>
                          </a:solidFill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역할 및 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694456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내부회계관리</a:t>
                      </a:r>
                      <a:endParaRPr lang="ko-KR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분기별 모니터링 일정 관리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관리부서 검토 요청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모니터링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결과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기안 현황 관리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최종 결과 파일 취합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권한 회수 </a:t>
                      </a:r>
                      <a:r>
                        <a:rPr lang="ko-KR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미조치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현황 관리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889019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경영정보시스템팀</a:t>
                      </a:r>
                      <a:endParaRPr lang="ko-KR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권한자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리스트 추출 및 제공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권한 회수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/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변경 처리 지원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통보 후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7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일 </a:t>
                      </a:r>
                      <a:r>
                        <a:rPr lang="ko-KR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미이행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건 시스템상 회수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/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변경 처리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262213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관리부서</a:t>
                      </a:r>
                      <a:endParaRPr lang="ko-KR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권한별 적정성 검토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유지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/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회수 최종 판단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팀장 승인 기안 작성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권한 보유자에게 회수 신청 안내</a:t>
                      </a:r>
                      <a:r>
                        <a:rPr lang="en-US" alt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</a:t>
                      </a:r>
                      <a:r>
                        <a:rPr lang="ko-KR" alt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및 사유 확인</a:t>
                      </a:r>
                      <a:endParaRPr lang="ko-KR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610855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관리부서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팀장</a:t>
                      </a:r>
                      <a:endParaRPr lang="ko-KR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검토 결과 최종 확인 및 승인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,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팀 내 권한 보유 및 회수에 대한 책임 관리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361228"/>
                  </a:ext>
                </a:extLst>
              </a:tr>
              <a:tr h="4024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권한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보유자</a:t>
                      </a:r>
                      <a:endParaRPr lang="ko-KR" sz="1100" dirty="0">
                        <a:effectLst/>
                        <a:latin typeface="Pretendard" panose="020B0600000101010101" charset="-127"/>
                        <a:ea typeface="Pretendard" panose="020B0600000101010101" charset="-127"/>
                        <a:cs typeface="Pretendard" panose="020B0600000101010101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회수 대상 권한에 대해</a:t>
                      </a:r>
                      <a:r>
                        <a:rPr lang="en-US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 SHINE &gt; IAM </a:t>
                      </a:r>
                      <a:r>
                        <a:rPr lang="ko-KR" sz="1100" dirty="0">
                          <a:effectLst/>
                          <a:latin typeface="Pretendard" panose="020B0600000101010101" charset="-127"/>
                          <a:ea typeface="Pretendard" panose="020B0600000101010101" charset="-127"/>
                          <a:cs typeface="Pretendard" panose="020B0600000101010101" charset="-127"/>
                        </a:rPr>
                        <a:t>경로로 권한 회수 신청 수행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075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118487"/>
      </p:ext>
    </p:extLst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Spharos Template">
      <a:dk1>
        <a:srgbClr val="121D2A"/>
      </a:dk1>
      <a:lt1>
        <a:srgbClr val="FFFFFF"/>
      </a:lt1>
      <a:dk2>
        <a:srgbClr val="44546A"/>
      </a:dk2>
      <a:lt2>
        <a:srgbClr val="EFEFEF"/>
      </a:lt2>
      <a:accent1>
        <a:srgbClr val="002A5B"/>
      </a:accent1>
      <a:accent2>
        <a:srgbClr val="F9BB00"/>
      </a:accent2>
      <a:accent3>
        <a:srgbClr val="094186"/>
      </a:accent3>
      <a:accent4>
        <a:srgbClr val="0953AC"/>
      </a:accent4>
      <a:accent5>
        <a:srgbClr val="0061D7"/>
      </a:accent5>
      <a:accent6>
        <a:srgbClr val="0073FD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간지">
  <a:themeElements>
    <a:clrScheme name="비비드톤">
      <a:dk1>
        <a:srgbClr val="121D2A"/>
      </a:dk1>
      <a:lt1>
        <a:srgbClr val="FFFFFF"/>
      </a:lt1>
      <a:dk2>
        <a:srgbClr val="44546A"/>
      </a:dk2>
      <a:lt2>
        <a:srgbClr val="EFEFEF"/>
      </a:lt2>
      <a:accent1>
        <a:srgbClr val="002A5B"/>
      </a:accent1>
      <a:accent2>
        <a:srgbClr val="F9BB00"/>
      </a:accent2>
      <a:accent3>
        <a:srgbClr val="094186"/>
      </a:accent3>
      <a:accent4>
        <a:srgbClr val="0953AC"/>
      </a:accent4>
      <a:accent5>
        <a:srgbClr val="0061D7"/>
      </a:accent5>
      <a:accent6>
        <a:srgbClr val="0073FD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Spharos Template">
      <a:dk1>
        <a:srgbClr val="121D2A"/>
      </a:dk1>
      <a:lt1>
        <a:srgbClr val="FFFFFF"/>
      </a:lt1>
      <a:dk2>
        <a:srgbClr val="44546A"/>
      </a:dk2>
      <a:lt2>
        <a:srgbClr val="EFEFEF"/>
      </a:lt2>
      <a:accent1>
        <a:srgbClr val="002A5B"/>
      </a:accent1>
      <a:accent2>
        <a:srgbClr val="F9BB00"/>
      </a:accent2>
      <a:accent3>
        <a:srgbClr val="094186"/>
      </a:accent3>
      <a:accent4>
        <a:srgbClr val="0953AC"/>
      </a:accent4>
      <a:accent5>
        <a:srgbClr val="0061D7"/>
      </a:accent5>
      <a:accent6>
        <a:srgbClr val="0073FD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본문_Type A">
  <a:themeElements>
    <a:clrScheme name="Spharos Template">
      <a:dk1>
        <a:srgbClr val="121D2A"/>
      </a:dk1>
      <a:lt1>
        <a:srgbClr val="FFFFFF"/>
      </a:lt1>
      <a:dk2>
        <a:srgbClr val="44546A"/>
      </a:dk2>
      <a:lt2>
        <a:srgbClr val="EFEFEF"/>
      </a:lt2>
      <a:accent1>
        <a:srgbClr val="002A5B"/>
      </a:accent1>
      <a:accent2>
        <a:srgbClr val="F9BB00"/>
      </a:accent2>
      <a:accent3>
        <a:srgbClr val="094186"/>
      </a:accent3>
      <a:accent4>
        <a:srgbClr val="0953AC"/>
      </a:accent4>
      <a:accent5>
        <a:srgbClr val="0061D7"/>
      </a:accent5>
      <a:accent6>
        <a:srgbClr val="0073FD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본문_Type B">
  <a:themeElements>
    <a:clrScheme name="Spharos Template">
      <a:dk1>
        <a:srgbClr val="121D2A"/>
      </a:dk1>
      <a:lt1>
        <a:srgbClr val="FFFFFF"/>
      </a:lt1>
      <a:dk2>
        <a:srgbClr val="44546A"/>
      </a:dk2>
      <a:lt2>
        <a:srgbClr val="EFEFEF"/>
      </a:lt2>
      <a:accent1>
        <a:srgbClr val="002A5B"/>
      </a:accent1>
      <a:accent2>
        <a:srgbClr val="F9BB00"/>
      </a:accent2>
      <a:accent3>
        <a:srgbClr val="094186"/>
      </a:accent3>
      <a:accent4>
        <a:srgbClr val="0953AC"/>
      </a:accent4>
      <a:accent5>
        <a:srgbClr val="0061D7"/>
      </a:accent5>
      <a:accent6>
        <a:srgbClr val="0073FD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엔딩">
  <a:themeElements>
    <a:clrScheme name="Spharos Template">
      <a:dk1>
        <a:srgbClr val="121D2A"/>
      </a:dk1>
      <a:lt1>
        <a:srgbClr val="FFFFFF"/>
      </a:lt1>
      <a:dk2>
        <a:srgbClr val="44546A"/>
      </a:dk2>
      <a:lt2>
        <a:srgbClr val="EFEFEF"/>
      </a:lt2>
      <a:accent1>
        <a:srgbClr val="002A5B"/>
      </a:accent1>
      <a:accent2>
        <a:srgbClr val="F9BB00"/>
      </a:accent2>
      <a:accent3>
        <a:srgbClr val="094186"/>
      </a:accent3>
      <a:accent4>
        <a:srgbClr val="0953AC"/>
      </a:accent4>
      <a:accent5>
        <a:srgbClr val="0061D7"/>
      </a:accent5>
      <a:accent6>
        <a:srgbClr val="0073FD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2209c-eb4e-486f-be42-790aa2953fd3">
      <Terms xmlns="http://schemas.microsoft.com/office/infopath/2007/PartnerControls"/>
    </lcf76f155ced4ddcb4097134ff3c332f>
    <TaxCatchAll xmlns="000e2cb5-2293-45c6-ac7c-b2e91ac1db6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75F629587DF374CA28356FAB483F7C3" ma:contentTypeVersion="13" ma:contentTypeDescription="새 문서를 만듭니다." ma:contentTypeScope="" ma:versionID="51e88a5d7ffcc5e5a2ffcef98c225e78">
  <xsd:schema xmlns:xsd="http://www.w3.org/2001/XMLSchema" xmlns:xs="http://www.w3.org/2001/XMLSchema" xmlns:p="http://schemas.microsoft.com/office/2006/metadata/properties" xmlns:ns2="faa2209c-eb4e-486f-be42-790aa2953fd3" xmlns:ns3="000e2cb5-2293-45c6-ac7c-b2e91ac1db60" targetNamespace="http://schemas.microsoft.com/office/2006/metadata/properties" ma:root="true" ma:fieldsID="540c62e6c58025a5f767ca2143d4035f" ns2:_="" ns3:_="">
    <xsd:import namespace="faa2209c-eb4e-486f-be42-790aa2953fd3"/>
    <xsd:import namespace="000e2cb5-2293-45c6-ac7c-b2e91ac1d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2209c-eb4e-486f-be42-790aa2953f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6fdd2957-39f0-43dc-a8b9-32e21451cc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0e2cb5-2293-45c6-ac7c-b2e91ac1db60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fc3124b-e022-4193-bd04-87db52860432}" ma:internalName="TaxCatchAll" ma:showField="CatchAllData" ma:web="000e2cb5-2293-45c6-ac7c-b2e91ac1db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9CDC97-504A-4B62-BDF5-4E8DB5E3E0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923D0C-4425-43E8-AD10-B8B7811D01CD}">
  <ds:schemaRefs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faa2209c-eb4e-486f-be42-790aa2953fd3"/>
    <ds:schemaRef ds:uri="http://schemas.microsoft.com/office/infopath/2007/PartnerControls"/>
    <ds:schemaRef ds:uri="000e2cb5-2293-45c6-ac7c-b2e91ac1db60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BC54C83-32FF-46EC-AB81-37942F2069F7}">
  <ds:schemaRefs>
    <ds:schemaRef ds:uri="000e2cb5-2293-45c6-ac7c-b2e91ac1db60"/>
    <ds:schemaRef ds:uri="faa2209c-eb4e-486f-be42-790aa2953f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11cd2af-d2ff-46fa-9192-2f34edefbd02}" enabled="1" method="Privileged" siteId="{d4ffc887-d88d-41cc-bf6a-6bb47ec0f3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233</Words>
  <Application>Microsoft Office PowerPoint</Application>
  <PresentationFormat>와이드스크린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Arial</vt:lpstr>
      <vt:lpstr>Calibri</vt:lpstr>
      <vt:lpstr>Noto Sans KR</vt:lpstr>
      <vt:lpstr>Pretendard</vt:lpstr>
      <vt:lpstr>표지</vt:lpstr>
      <vt:lpstr>간지</vt:lpstr>
      <vt:lpstr>목차</vt:lpstr>
      <vt:lpstr>본문_Type A</vt:lpstr>
      <vt:lpstr>본문_Type B</vt:lpstr>
      <vt:lpstr>엔딩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Rachel Jihye Park</dc:creator>
  <cp:lastModifiedBy>이서정(내부회계관리ㆍ 업무점검) - 내부회계관리</cp:lastModifiedBy>
  <cp:revision>1</cp:revision>
  <cp:lastPrinted>2026-06-19T00:23:10Z</cp:lastPrinted>
  <dcterms:created xsi:type="dcterms:W3CDTF">2023-08-24T09:57:12Z</dcterms:created>
  <dcterms:modified xsi:type="dcterms:W3CDTF">2026-06-26T00:15:20Z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테마:8</vt:lpwstr>
  </property>
  <property fmtid="{D5CDD505-2E9C-101B-9397-08002B2CF9AE}" pid="3" name="ClassificationContentMarkingFooterText">
    <vt:lpwstr>arhan@shinsegae.com, 한아름(브랜드 관리ㆍ 마케팅) - 홍보, Spharos_template_230830.pptx, 2023-08-30T14:40:39</vt:lpwstr>
  </property>
  <property fmtid="{D5CDD505-2E9C-101B-9397-08002B2CF9AE}" pid="4" name="MSIP_Label_13306bfe-29cf-4c0e-bbb8-fa4efadabca8_SiteId">
    <vt:lpwstr>d4ffc887-d88d-41cc-bf6a-6bb47ec0f3ca</vt:lpwstr>
  </property>
  <property fmtid="{D5CDD505-2E9C-101B-9397-08002B2CF9AE}" pid="5" name="MSIP_Label_13306bfe-29cf-4c0e-bbb8-fa4efadabca8_SetDate">
    <vt:lpwstr>2025-04-17T06:18:44Z</vt:lpwstr>
  </property>
  <property fmtid="{D5CDD505-2E9C-101B-9397-08002B2CF9AE}" pid="6" name="MSIP_Label_13306bfe-29cf-4c0e-bbb8-fa4efadabca8_Name">
    <vt:lpwstr>신세계아이엔씨</vt:lpwstr>
  </property>
  <property fmtid="{D5CDD505-2E9C-101B-9397-08002B2CF9AE}" pid="7" name="MSIP_Label_13306bfe-29cf-4c0e-bbb8-fa4efadabca8_Method">
    <vt:lpwstr>Privileged</vt:lpwstr>
  </property>
  <property fmtid="{D5CDD505-2E9C-101B-9397-08002B2CF9AE}" pid="8" name="MSIP_Label_13306bfe-29cf-4c0e-bbb8-fa4efadabca8_Enabled">
    <vt:lpwstr>true</vt:lpwstr>
  </property>
  <property fmtid="{D5CDD505-2E9C-101B-9397-08002B2CF9AE}" pid="9" name="MSIP_Label_13306bfe-29cf-4c0e-bbb8-fa4efadabca8_ContentBits">
    <vt:lpwstr>8</vt:lpwstr>
  </property>
  <property fmtid="{D5CDD505-2E9C-101B-9397-08002B2CF9AE}" pid="10" name="ContentTypeId">
    <vt:lpwstr>0x010100D75F629587DF374CA28356FAB483F7C3</vt:lpwstr>
  </property>
  <property fmtid="{D5CDD505-2E9C-101B-9397-08002B2CF9AE}" pid="11" name="MediaServiceImageTags">
    <vt:lpwstr/>
  </property>
</Properties>
</file>